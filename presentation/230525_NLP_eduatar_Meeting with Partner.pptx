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4.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0"/>
  </p:sldMasterIdLst>
  <p:notesMasterIdLst>
    <p:notesMasterId r:id="rId19"/>
  </p:notesMasterIdLst>
  <p:handoutMasterIdLst>
    <p:handoutMasterId r:id="rId20"/>
  </p:handoutMasterIdLst>
  <p:sldIdLst>
    <p:sldId id="260" r:id="rId11"/>
    <p:sldId id="492" r:id="rId12"/>
    <p:sldId id="494" r:id="rId13"/>
    <p:sldId id="495" r:id="rId14"/>
    <p:sldId id="1016" r:id="rId15"/>
    <p:sldId id="1017" r:id="rId16"/>
    <p:sldId id="1018" r:id="rId17"/>
    <p:sldId id="1019" r:id="rId18"/>
  </p:sldIdLst>
  <p:sldSz cx="9144000" cy="5143500" type="screen16x9"/>
  <p:notesSz cx="6858000" cy="9144000"/>
  <p:custDataLst>
    <p:tags r:id="rId21"/>
  </p:custDataLst>
  <p:defaultText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E2FDF64-01E6-45D7-8517-BDF6AEE061E8}">
          <p14:sldIdLst>
            <p14:sldId id="260"/>
            <p14:sldId id="492"/>
            <p14:sldId id="494"/>
            <p14:sldId id="495"/>
            <p14:sldId id="1016"/>
            <p14:sldId id="1017"/>
            <p14:sldId id="1018"/>
            <p14:sldId id="1019"/>
          </p14:sldIdLst>
        </p14:section>
      </p14:sectionLst>
    </p:ext>
    <p:ext uri="{EFAFB233-063F-42B5-8137-9DF3F51BA10A}">
      <p15:sldGuideLst xmlns:p15="http://schemas.microsoft.com/office/powerpoint/2012/main">
        <p15:guide id="1" pos="431" userDrawn="1">
          <p15:clr>
            <a:srgbClr val="A4A3A4"/>
          </p15:clr>
        </p15:guide>
        <p15:guide id="2" orient="horz" pos="1643"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5F5"/>
    <a:srgbClr val="30C1D7"/>
    <a:srgbClr val="00802F"/>
    <a:srgbClr val="FFFFFF"/>
    <a:srgbClr val="FFE699"/>
    <a:srgbClr val="000000"/>
    <a:srgbClr val="EAEAEA"/>
    <a:srgbClr val="A98D55"/>
    <a:srgbClr val="CEBE9E"/>
    <a:srgbClr val="D0E3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C1B938-3BDB-ED47-9C18-4367D366E08C}" v="1" dt="2023-05-25T11:23:32.434"/>
  </p1510:revLst>
</p1510:revInfo>
</file>

<file path=ppt/tableStyles.xml><?xml version="1.0" encoding="utf-8"?>
<a:tblStyleLst xmlns:a="http://schemas.openxmlformats.org/drawingml/2006/main" def="{0E3FDE45-AF77-4B5C-9715-49D594BDF05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7"/>
    <p:restoredTop sz="94704"/>
  </p:normalViewPr>
  <p:slideViewPr>
    <p:cSldViewPr snapToGrid="0">
      <p:cViewPr varScale="1">
        <p:scale>
          <a:sx n="160" d="100"/>
          <a:sy n="160" d="100"/>
        </p:scale>
        <p:origin x="480" y="168"/>
      </p:cViewPr>
      <p:guideLst>
        <p:guide pos="431"/>
        <p:guide orient="horz" pos="164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8.xml"/><Relationship Id="rId13" Type="http://schemas.openxmlformats.org/officeDocument/2006/relationships/slide" Target="slides/slide3.xml"/><Relationship Id="rId18" Type="http://schemas.openxmlformats.org/officeDocument/2006/relationships/slide" Target="slides/slide8.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tags" Target="tags/tag1.xml"/><Relationship Id="rId7" Type="http://schemas.openxmlformats.org/officeDocument/2006/relationships/customXml" Target="../customXml/item7.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 Target="slides/slide1.xml"/><Relationship Id="rId24" Type="http://schemas.openxmlformats.org/officeDocument/2006/relationships/theme" Target="theme/theme1.xml"/><Relationship Id="rId5" Type="http://schemas.openxmlformats.org/officeDocument/2006/relationships/customXml" Target="../customXml/item5.xml"/><Relationship Id="rId15" Type="http://schemas.openxmlformats.org/officeDocument/2006/relationships/slide" Target="slides/slide5.xml"/><Relationship Id="rId23" Type="http://schemas.openxmlformats.org/officeDocument/2006/relationships/viewProps" Target="viewProps.xml"/><Relationship Id="rId10" Type="http://schemas.openxmlformats.org/officeDocument/2006/relationships/slideMaster" Target="slideMasters/slideMaster1.xml"/><Relationship Id="rId19"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 Target="slides/slide4.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ydin, Kaan" userId="806ac4fb-eee5-4f85-962b-93e58f7d516c" providerId="ADAL" clId="{1B526AC3-A06B-0340-98BA-BB644A35FAA4}"/>
    <pc:docChg chg="undo custSel addSld delSld modSld modSection">
      <pc:chgData name="Aydin, Kaan" userId="806ac4fb-eee5-4f85-962b-93e58f7d516c" providerId="ADAL" clId="{1B526AC3-A06B-0340-98BA-BB644A35FAA4}" dt="2023-05-23T12:47:27.086" v="13" actId="166"/>
      <pc:docMkLst>
        <pc:docMk/>
      </pc:docMkLst>
      <pc:sldChg chg="modSp mod">
        <pc:chgData name="Aydin, Kaan" userId="806ac4fb-eee5-4f85-962b-93e58f7d516c" providerId="ADAL" clId="{1B526AC3-A06B-0340-98BA-BB644A35FAA4}" dt="2023-05-23T12:46:51.002" v="8" actId="1076"/>
        <pc:sldMkLst>
          <pc:docMk/>
          <pc:sldMk cId="3108926197" sldId="492"/>
        </pc:sldMkLst>
        <pc:spChg chg="mod">
          <ac:chgData name="Aydin, Kaan" userId="806ac4fb-eee5-4f85-962b-93e58f7d516c" providerId="ADAL" clId="{1B526AC3-A06B-0340-98BA-BB644A35FAA4}" dt="2023-05-23T12:46:51.002" v="8" actId="1076"/>
          <ac:spMkLst>
            <pc:docMk/>
            <pc:sldMk cId="3108926197" sldId="492"/>
            <ac:spMk id="19" creationId="{CB7F63E6-8DBF-43EB-A72D-635731569B91}"/>
          </ac:spMkLst>
        </pc:spChg>
        <pc:picChg chg="mod">
          <ac:chgData name="Aydin, Kaan" userId="806ac4fb-eee5-4f85-962b-93e58f7d516c" providerId="ADAL" clId="{1B526AC3-A06B-0340-98BA-BB644A35FAA4}" dt="2023-05-23T12:46:48.988" v="6"/>
          <ac:picMkLst>
            <pc:docMk/>
            <pc:sldMk cId="3108926197" sldId="492"/>
            <ac:picMk id="47" creationId="{3713BFFF-775F-4BA8-BFAE-65265A85434F}"/>
          </ac:picMkLst>
        </pc:picChg>
        <pc:cxnChg chg="mod">
          <ac:chgData name="Aydin, Kaan" userId="806ac4fb-eee5-4f85-962b-93e58f7d516c" providerId="ADAL" clId="{1B526AC3-A06B-0340-98BA-BB644A35FAA4}" dt="2023-05-23T12:46:47.119" v="4" actId="14100"/>
          <ac:cxnSpMkLst>
            <pc:docMk/>
            <pc:sldMk cId="3108926197" sldId="492"/>
            <ac:cxnSpMk id="37" creationId="{1E83DCBA-0810-48B4-82DB-7C9500E8E5A3}"/>
          </ac:cxnSpMkLst>
        </pc:cxnChg>
      </pc:sldChg>
      <pc:sldChg chg="modSp mod">
        <pc:chgData name="Aydin, Kaan" userId="806ac4fb-eee5-4f85-962b-93e58f7d516c" providerId="ADAL" clId="{1B526AC3-A06B-0340-98BA-BB644A35FAA4}" dt="2023-05-23T12:47:27.086" v="13" actId="166"/>
        <pc:sldMkLst>
          <pc:docMk/>
          <pc:sldMk cId="4225465699" sldId="1016"/>
        </pc:sldMkLst>
        <pc:spChg chg="mod">
          <ac:chgData name="Aydin, Kaan" userId="806ac4fb-eee5-4f85-962b-93e58f7d516c" providerId="ADAL" clId="{1B526AC3-A06B-0340-98BA-BB644A35FAA4}" dt="2023-05-23T12:47:06.493" v="10" actId="1076"/>
          <ac:spMkLst>
            <pc:docMk/>
            <pc:sldMk cId="4225465699" sldId="1016"/>
            <ac:spMk id="15" creationId="{9A067BE2-D0E1-4897-BE3F-21E25C250EC9}"/>
          </ac:spMkLst>
        </pc:spChg>
        <pc:spChg chg="mod">
          <ac:chgData name="Aydin, Kaan" userId="806ac4fb-eee5-4f85-962b-93e58f7d516c" providerId="ADAL" clId="{1B526AC3-A06B-0340-98BA-BB644A35FAA4}" dt="2023-05-23T12:47:06.493" v="10" actId="1076"/>
          <ac:spMkLst>
            <pc:docMk/>
            <pc:sldMk cId="4225465699" sldId="1016"/>
            <ac:spMk id="30" creationId="{A12E44C4-0EDF-436D-B719-4F8F794C083F}"/>
          </ac:spMkLst>
        </pc:spChg>
        <pc:spChg chg="mod">
          <ac:chgData name="Aydin, Kaan" userId="806ac4fb-eee5-4f85-962b-93e58f7d516c" providerId="ADAL" clId="{1B526AC3-A06B-0340-98BA-BB644A35FAA4}" dt="2023-05-23T12:47:06.493" v="10" actId="1076"/>
          <ac:spMkLst>
            <pc:docMk/>
            <pc:sldMk cId="4225465699" sldId="1016"/>
            <ac:spMk id="59" creationId="{8C1BE4D0-1668-4C6E-89A3-678AC80E063F}"/>
          </ac:spMkLst>
        </pc:spChg>
        <pc:spChg chg="mod">
          <ac:chgData name="Aydin, Kaan" userId="806ac4fb-eee5-4f85-962b-93e58f7d516c" providerId="ADAL" clId="{1B526AC3-A06B-0340-98BA-BB644A35FAA4}" dt="2023-05-23T12:47:06.493" v="10" actId="1076"/>
          <ac:spMkLst>
            <pc:docMk/>
            <pc:sldMk cId="4225465699" sldId="1016"/>
            <ac:spMk id="60" creationId="{6B0DAA5E-C12C-4685-BE86-B8159AC541AC}"/>
          </ac:spMkLst>
        </pc:spChg>
        <pc:spChg chg="mod">
          <ac:chgData name="Aydin, Kaan" userId="806ac4fb-eee5-4f85-962b-93e58f7d516c" providerId="ADAL" clId="{1B526AC3-A06B-0340-98BA-BB644A35FAA4}" dt="2023-05-23T12:47:06.493" v="10" actId="1076"/>
          <ac:spMkLst>
            <pc:docMk/>
            <pc:sldMk cId="4225465699" sldId="1016"/>
            <ac:spMk id="65" creationId="{18F9B2ED-01AD-47BD-8D07-80530BF78620}"/>
          </ac:spMkLst>
        </pc:spChg>
        <pc:spChg chg="mod">
          <ac:chgData name="Aydin, Kaan" userId="806ac4fb-eee5-4f85-962b-93e58f7d516c" providerId="ADAL" clId="{1B526AC3-A06B-0340-98BA-BB644A35FAA4}" dt="2023-05-23T12:47:06.493" v="10" actId="1076"/>
          <ac:spMkLst>
            <pc:docMk/>
            <pc:sldMk cId="4225465699" sldId="1016"/>
            <ac:spMk id="66" creationId="{B0F47D0D-D961-4771-90C9-E8DCCED7EDA5}"/>
          </ac:spMkLst>
        </pc:spChg>
        <pc:spChg chg="mod">
          <ac:chgData name="Aydin, Kaan" userId="806ac4fb-eee5-4f85-962b-93e58f7d516c" providerId="ADAL" clId="{1B526AC3-A06B-0340-98BA-BB644A35FAA4}" dt="2023-05-23T12:47:06.493" v="10" actId="1076"/>
          <ac:spMkLst>
            <pc:docMk/>
            <pc:sldMk cId="4225465699" sldId="1016"/>
            <ac:spMk id="67" creationId="{99EA0FA4-A1F1-433A-B8FF-2CDF5D5E6B69}"/>
          </ac:spMkLst>
        </pc:spChg>
        <pc:spChg chg="mod">
          <ac:chgData name="Aydin, Kaan" userId="806ac4fb-eee5-4f85-962b-93e58f7d516c" providerId="ADAL" clId="{1B526AC3-A06B-0340-98BA-BB644A35FAA4}" dt="2023-05-23T12:47:06.493" v="10" actId="1076"/>
          <ac:spMkLst>
            <pc:docMk/>
            <pc:sldMk cId="4225465699" sldId="1016"/>
            <ac:spMk id="69" creationId="{8922C57B-CB09-4CE2-9E0C-AD8063A3D6D0}"/>
          </ac:spMkLst>
        </pc:spChg>
        <pc:spChg chg="mod">
          <ac:chgData name="Aydin, Kaan" userId="806ac4fb-eee5-4f85-962b-93e58f7d516c" providerId="ADAL" clId="{1B526AC3-A06B-0340-98BA-BB644A35FAA4}" dt="2023-05-23T12:47:06.493" v="10" actId="1076"/>
          <ac:spMkLst>
            <pc:docMk/>
            <pc:sldMk cId="4225465699" sldId="1016"/>
            <ac:spMk id="70" creationId="{F9721E30-C5BF-43BB-9589-7354C6CD41CF}"/>
          </ac:spMkLst>
        </pc:spChg>
        <pc:spChg chg="mod">
          <ac:chgData name="Aydin, Kaan" userId="806ac4fb-eee5-4f85-962b-93e58f7d516c" providerId="ADAL" clId="{1B526AC3-A06B-0340-98BA-BB644A35FAA4}" dt="2023-05-23T12:47:06.493" v="10" actId="1076"/>
          <ac:spMkLst>
            <pc:docMk/>
            <pc:sldMk cId="4225465699" sldId="1016"/>
            <ac:spMk id="72" creationId="{BEE8B2FB-4EEF-47BF-8656-02109AA32F6D}"/>
          </ac:spMkLst>
        </pc:spChg>
        <pc:spChg chg="mod">
          <ac:chgData name="Aydin, Kaan" userId="806ac4fb-eee5-4f85-962b-93e58f7d516c" providerId="ADAL" clId="{1B526AC3-A06B-0340-98BA-BB644A35FAA4}" dt="2023-05-23T12:47:06.493" v="10" actId="1076"/>
          <ac:spMkLst>
            <pc:docMk/>
            <pc:sldMk cId="4225465699" sldId="1016"/>
            <ac:spMk id="82" creationId="{92C64440-29EB-4978-B39A-C5ACBBCDD22D}"/>
          </ac:spMkLst>
        </pc:spChg>
        <pc:spChg chg="mod">
          <ac:chgData name="Aydin, Kaan" userId="806ac4fb-eee5-4f85-962b-93e58f7d516c" providerId="ADAL" clId="{1B526AC3-A06B-0340-98BA-BB644A35FAA4}" dt="2023-05-23T12:47:06.493" v="10" actId="1076"/>
          <ac:spMkLst>
            <pc:docMk/>
            <pc:sldMk cId="4225465699" sldId="1016"/>
            <ac:spMk id="83" creationId="{D60ADB0D-8930-4E9B-83A3-F0DB29482796}"/>
          </ac:spMkLst>
        </pc:spChg>
        <pc:spChg chg="mod">
          <ac:chgData name="Aydin, Kaan" userId="806ac4fb-eee5-4f85-962b-93e58f7d516c" providerId="ADAL" clId="{1B526AC3-A06B-0340-98BA-BB644A35FAA4}" dt="2023-05-23T12:47:06.493" v="10" actId="1076"/>
          <ac:spMkLst>
            <pc:docMk/>
            <pc:sldMk cId="4225465699" sldId="1016"/>
            <ac:spMk id="85" creationId="{1AF6A86C-CB6B-478B-93D3-0A17DAC8CC9C}"/>
          </ac:spMkLst>
        </pc:spChg>
        <pc:spChg chg="mod">
          <ac:chgData name="Aydin, Kaan" userId="806ac4fb-eee5-4f85-962b-93e58f7d516c" providerId="ADAL" clId="{1B526AC3-A06B-0340-98BA-BB644A35FAA4}" dt="2023-05-23T12:47:06.493" v="10" actId="1076"/>
          <ac:spMkLst>
            <pc:docMk/>
            <pc:sldMk cId="4225465699" sldId="1016"/>
            <ac:spMk id="86" creationId="{C8A6F92D-3373-4E83-9A5A-A48388A62D40}"/>
          </ac:spMkLst>
        </pc:spChg>
        <pc:spChg chg="mod">
          <ac:chgData name="Aydin, Kaan" userId="806ac4fb-eee5-4f85-962b-93e58f7d516c" providerId="ADAL" clId="{1B526AC3-A06B-0340-98BA-BB644A35FAA4}" dt="2023-05-23T12:47:27.086" v="13" actId="166"/>
          <ac:spMkLst>
            <pc:docMk/>
            <pc:sldMk cId="4225465699" sldId="1016"/>
            <ac:spMk id="103" creationId="{6B9D31BA-373B-4255-959E-6D68007464D0}"/>
          </ac:spMkLst>
        </pc:spChg>
        <pc:grpChg chg="mod">
          <ac:chgData name="Aydin, Kaan" userId="806ac4fb-eee5-4f85-962b-93e58f7d516c" providerId="ADAL" clId="{1B526AC3-A06B-0340-98BA-BB644A35FAA4}" dt="2023-05-23T12:47:06.493" v="10" actId="1076"/>
          <ac:grpSpMkLst>
            <pc:docMk/>
            <pc:sldMk cId="4225465699" sldId="1016"/>
            <ac:grpSpMk id="12" creationId="{C8122512-7373-4E42-BD6F-82F56C3E4D77}"/>
          </ac:grpSpMkLst>
        </pc:grpChg>
        <pc:picChg chg="mod">
          <ac:chgData name="Aydin, Kaan" userId="806ac4fb-eee5-4f85-962b-93e58f7d516c" providerId="ADAL" clId="{1B526AC3-A06B-0340-98BA-BB644A35FAA4}" dt="2023-05-23T12:47:06.493" v="10" actId="1076"/>
          <ac:picMkLst>
            <pc:docMk/>
            <pc:sldMk cId="4225465699" sldId="1016"/>
            <ac:picMk id="107534" creationId="{8A053372-D242-14EC-2288-CFA31C77E467}"/>
          </ac:picMkLst>
        </pc:picChg>
        <pc:picChg chg="mod">
          <ac:chgData name="Aydin, Kaan" userId="806ac4fb-eee5-4f85-962b-93e58f7d516c" providerId="ADAL" clId="{1B526AC3-A06B-0340-98BA-BB644A35FAA4}" dt="2023-05-23T12:47:06.493" v="10" actId="1076"/>
          <ac:picMkLst>
            <pc:docMk/>
            <pc:sldMk cId="4225465699" sldId="1016"/>
            <ac:picMk id="107536" creationId="{E4A57AD8-5B8E-CBD5-1D40-E9E8E1B165EF}"/>
          </ac:picMkLst>
        </pc:picChg>
        <pc:picChg chg="mod">
          <ac:chgData name="Aydin, Kaan" userId="806ac4fb-eee5-4f85-962b-93e58f7d516c" providerId="ADAL" clId="{1B526AC3-A06B-0340-98BA-BB644A35FAA4}" dt="2023-05-23T12:47:06.493" v="10" actId="1076"/>
          <ac:picMkLst>
            <pc:docMk/>
            <pc:sldMk cId="4225465699" sldId="1016"/>
            <ac:picMk id="107538" creationId="{2D56A16F-6C56-A65B-B36B-8B73500C6C8A}"/>
          </ac:picMkLst>
        </pc:picChg>
        <pc:cxnChg chg="mod">
          <ac:chgData name="Aydin, Kaan" userId="806ac4fb-eee5-4f85-962b-93e58f7d516c" providerId="ADAL" clId="{1B526AC3-A06B-0340-98BA-BB644A35FAA4}" dt="2023-05-23T12:47:06.493" v="10" actId="1076"/>
          <ac:cxnSpMkLst>
            <pc:docMk/>
            <pc:sldMk cId="4225465699" sldId="1016"/>
            <ac:cxnSpMk id="4" creationId="{842A3172-B57E-CB53-0019-51E759BBA0BC}"/>
          </ac:cxnSpMkLst>
        </pc:cxnChg>
        <pc:cxnChg chg="mod">
          <ac:chgData name="Aydin, Kaan" userId="806ac4fb-eee5-4f85-962b-93e58f7d516c" providerId="ADAL" clId="{1B526AC3-A06B-0340-98BA-BB644A35FAA4}" dt="2023-05-23T12:47:06.493" v="10" actId="1076"/>
          <ac:cxnSpMkLst>
            <pc:docMk/>
            <pc:sldMk cId="4225465699" sldId="1016"/>
            <ac:cxnSpMk id="6" creationId="{AF8412AD-45B2-EAEA-20FD-BCD80BF20640}"/>
          </ac:cxnSpMkLst>
        </pc:cxnChg>
        <pc:cxnChg chg="mod">
          <ac:chgData name="Aydin, Kaan" userId="806ac4fb-eee5-4f85-962b-93e58f7d516c" providerId="ADAL" clId="{1B526AC3-A06B-0340-98BA-BB644A35FAA4}" dt="2023-05-23T12:47:06.493" v="10" actId="1076"/>
          <ac:cxnSpMkLst>
            <pc:docMk/>
            <pc:sldMk cId="4225465699" sldId="1016"/>
            <ac:cxnSpMk id="9" creationId="{5EBA2F38-CE41-4FEB-02BC-36153580D8B9}"/>
          </ac:cxnSpMkLst>
        </pc:cxnChg>
        <pc:cxnChg chg="mod">
          <ac:chgData name="Aydin, Kaan" userId="806ac4fb-eee5-4f85-962b-93e58f7d516c" providerId="ADAL" clId="{1B526AC3-A06B-0340-98BA-BB644A35FAA4}" dt="2023-05-23T12:47:06.493" v="10" actId="1076"/>
          <ac:cxnSpMkLst>
            <pc:docMk/>
            <pc:sldMk cId="4225465699" sldId="1016"/>
            <ac:cxnSpMk id="14" creationId="{52C7D6B4-3640-2F1D-8E9D-1A78B5DCB6C5}"/>
          </ac:cxnSpMkLst>
        </pc:cxnChg>
        <pc:cxnChg chg="mod">
          <ac:chgData name="Aydin, Kaan" userId="806ac4fb-eee5-4f85-962b-93e58f7d516c" providerId="ADAL" clId="{1B526AC3-A06B-0340-98BA-BB644A35FAA4}" dt="2023-05-23T12:47:06.493" v="10" actId="1076"/>
          <ac:cxnSpMkLst>
            <pc:docMk/>
            <pc:sldMk cId="4225465699" sldId="1016"/>
            <ac:cxnSpMk id="16" creationId="{AD366EB1-53EC-23D0-6857-56FFEFA13555}"/>
          </ac:cxnSpMkLst>
        </pc:cxnChg>
        <pc:cxnChg chg="mod">
          <ac:chgData name="Aydin, Kaan" userId="806ac4fb-eee5-4f85-962b-93e58f7d516c" providerId="ADAL" clId="{1B526AC3-A06B-0340-98BA-BB644A35FAA4}" dt="2023-05-23T12:47:06.493" v="10" actId="1076"/>
          <ac:cxnSpMkLst>
            <pc:docMk/>
            <pc:sldMk cId="4225465699" sldId="1016"/>
            <ac:cxnSpMk id="17" creationId="{40DFA5A0-1541-41BF-0F48-0549C253E280}"/>
          </ac:cxnSpMkLst>
        </pc:cxnChg>
        <pc:cxnChg chg="mod">
          <ac:chgData name="Aydin, Kaan" userId="806ac4fb-eee5-4f85-962b-93e58f7d516c" providerId="ADAL" clId="{1B526AC3-A06B-0340-98BA-BB644A35FAA4}" dt="2023-05-23T12:47:06.493" v="10" actId="1076"/>
          <ac:cxnSpMkLst>
            <pc:docMk/>
            <pc:sldMk cId="4225465699" sldId="1016"/>
            <ac:cxnSpMk id="19" creationId="{61F73A9D-CA0B-37B1-8639-18EA2046C02C}"/>
          </ac:cxnSpMkLst>
        </pc:cxnChg>
        <pc:cxnChg chg="mod">
          <ac:chgData name="Aydin, Kaan" userId="806ac4fb-eee5-4f85-962b-93e58f7d516c" providerId="ADAL" clId="{1B526AC3-A06B-0340-98BA-BB644A35FAA4}" dt="2023-05-23T12:47:06.493" v="10" actId="1076"/>
          <ac:cxnSpMkLst>
            <pc:docMk/>
            <pc:sldMk cId="4225465699" sldId="1016"/>
            <ac:cxnSpMk id="20" creationId="{C4E7EDC8-A344-3814-9ED2-A8EE28742A59}"/>
          </ac:cxnSpMkLst>
        </pc:cxnChg>
        <pc:cxnChg chg="mod">
          <ac:chgData name="Aydin, Kaan" userId="806ac4fb-eee5-4f85-962b-93e58f7d516c" providerId="ADAL" clId="{1B526AC3-A06B-0340-98BA-BB644A35FAA4}" dt="2023-05-23T12:47:06.493" v="10" actId="1076"/>
          <ac:cxnSpMkLst>
            <pc:docMk/>
            <pc:sldMk cId="4225465699" sldId="1016"/>
            <ac:cxnSpMk id="21" creationId="{94C9CF33-7A32-C03E-D329-F8BC1094FB36}"/>
          </ac:cxnSpMkLst>
        </pc:cxnChg>
        <pc:cxnChg chg="mod">
          <ac:chgData name="Aydin, Kaan" userId="806ac4fb-eee5-4f85-962b-93e58f7d516c" providerId="ADAL" clId="{1B526AC3-A06B-0340-98BA-BB644A35FAA4}" dt="2023-05-23T12:47:06.493" v="10" actId="1076"/>
          <ac:cxnSpMkLst>
            <pc:docMk/>
            <pc:sldMk cId="4225465699" sldId="1016"/>
            <ac:cxnSpMk id="58" creationId="{73EB0409-2517-449B-A1DD-58CBACB19167}"/>
          </ac:cxnSpMkLst>
        </pc:cxnChg>
        <pc:cxnChg chg="mod">
          <ac:chgData name="Aydin, Kaan" userId="806ac4fb-eee5-4f85-962b-93e58f7d516c" providerId="ADAL" clId="{1B526AC3-A06B-0340-98BA-BB644A35FAA4}" dt="2023-05-23T12:47:06.493" v="10" actId="1076"/>
          <ac:cxnSpMkLst>
            <pc:docMk/>
            <pc:sldMk cId="4225465699" sldId="1016"/>
            <ac:cxnSpMk id="74" creationId="{093FFF70-2F9C-46DB-AC75-A2A283402A32}"/>
          </ac:cxnSpMkLst>
        </pc:cxnChg>
        <pc:cxnChg chg="mod">
          <ac:chgData name="Aydin, Kaan" userId="806ac4fb-eee5-4f85-962b-93e58f7d516c" providerId="ADAL" clId="{1B526AC3-A06B-0340-98BA-BB644A35FAA4}" dt="2023-05-23T12:47:06.493" v="10" actId="1076"/>
          <ac:cxnSpMkLst>
            <pc:docMk/>
            <pc:sldMk cId="4225465699" sldId="1016"/>
            <ac:cxnSpMk id="75" creationId="{2240048E-EC54-401B-8C56-100E80414F2A}"/>
          </ac:cxnSpMkLst>
        </pc:cxnChg>
      </pc:sldChg>
      <pc:sldChg chg="new del">
        <pc:chgData name="Aydin, Kaan" userId="806ac4fb-eee5-4f85-962b-93e58f7d516c" providerId="ADAL" clId="{1B526AC3-A06B-0340-98BA-BB644A35FAA4}" dt="2023-05-23T12:46:14.393" v="3" actId="680"/>
        <pc:sldMkLst>
          <pc:docMk/>
          <pc:sldMk cId="180235214" sldId="1020"/>
        </pc:sldMkLst>
      </pc:sldChg>
      <pc:sldChg chg="new del">
        <pc:chgData name="Aydin, Kaan" userId="806ac4fb-eee5-4f85-962b-93e58f7d516c" providerId="ADAL" clId="{1B526AC3-A06B-0340-98BA-BB644A35FAA4}" dt="2023-05-23T12:46:14.004" v="2" actId="680"/>
        <pc:sldMkLst>
          <pc:docMk/>
          <pc:sldMk cId="3450597372" sldId="1021"/>
        </pc:sldMkLst>
      </pc:sldChg>
    </pc:docChg>
  </pc:docChgLst>
  <pc:docChgLst>
    <pc:chgData name="Aydin, Kaan" userId="806ac4fb-eee5-4f85-962b-93e58f7d516c" providerId="ADAL" clId="{D6C1B938-3BDB-ED47-9C18-4367D366E08C}"/>
    <pc:docChg chg="modSld">
      <pc:chgData name="Aydin, Kaan" userId="806ac4fb-eee5-4f85-962b-93e58f7d516c" providerId="ADAL" clId="{D6C1B938-3BDB-ED47-9C18-4367D366E08C}" dt="2023-05-25T11:23:25.603" v="9" actId="20577"/>
      <pc:docMkLst>
        <pc:docMk/>
      </pc:docMkLst>
      <pc:sldChg chg="modSp mod">
        <pc:chgData name="Aydin, Kaan" userId="806ac4fb-eee5-4f85-962b-93e58f7d516c" providerId="ADAL" clId="{D6C1B938-3BDB-ED47-9C18-4367D366E08C}" dt="2023-05-25T11:23:25.603" v="9" actId="20577"/>
        <pc:sldMkLst>
          <pc:docMk/>
          <pc:sldMk cId="1027030971" sldId="260"/>
        </pc:sldMkLst>
        <pc:spChg chg="mod">
          <ac:chgData name="Aydin, Kaan" userId="806ac4fb-eee5-4f85-962b-93e58f7d516c" providerId="ADAL" clId="{D6C1B938-3BDB-ED47-9C18-4367D366E08C}" dt="2023-05-25T11:23:15.902" v="3" actId="20577"/>
          <ac:spMkLst>
            <pc:docMk/>
            <pc:sldMk cId="1027030971" sldId="260"/>
            <ac:spMk id="2" creationId="{E94B0BCA-4F5F-4013-85EF-9B92FCD581B6}"/>
          </ac:spMkLst>
        </pc:spChg>
        <pc:spChg chg="mod">
          <ac:chgData name="Aydin, Kaan" userId="806ac4fb-eee5-4f85-962b-93e58f7d516c" providerId="ADAL" clId="{D6C1B938-3BDB-ED47-9C18-4367D366E08C}" dt="2023-05-25T11:23:25.603" v="9" actId="20577"/>
          <ac:spMkLst>
            <pc:docMk/>
            <pc:sldMk cId="1027030971" sldId="260"/>
            <ac:spMk id="3" creationId="{B3A452BF-BC7E-4241-8028-121E88C1F22B}"/>
          </ac:spMkLst>
        </pc:spChg>
      </pc:sldChg>
      <pc:sldChg chg="mod modShow">
        <pc:chgData name="Aydin, Kaan" userId="806ac4fb-eee5-4f85-962b-93e58f7d516c" providerId="ADAL" clId="{D6C1B938-3BDB-ED47-9C18-4367D366E08C}" dt="2023-05-25T11:22:43.359" v="0" actId="729"/>
        <pc:sldMkLst>
          <pc:docMk/>
          <pc:sldMk cId="3108926197" sldId="492"/>
        </pc:sldMkLst>
      </pc:sldChg>
      <pc:sldChg chg="mod modShow">
        <pc:chgData name="Aydin, Kaan" userId="806ac4fb-eee5-4f85-962b-93e58f7d516c" providerId="ADAL" clId="{D6C1B938-3BDB-ED47-9C18-4367D366E08C}" dt="2023-05-25T11:22:59.264" v="1" actId="729"/>
        <pc:sldMkLst>
          <pc:docMk/>
          <pc:sldMk cId="3555115723" sldId="1017"/>
        </pc:sldMkLst>
      </pc:sldChg>
      <pc:sldChg chg="mod modShow">
        <pc:chgData name="Aydin, Kaan" userId="806ac4fb-eee5-4f85-962b-93e58f7d516c" providerId="ADAL" clId="{D6C1B938-3BDB-ED47-9C18-4367D366E08C}" dt="2023-05-25T11:23:05.856" v="2" actId="729"/>
        <pc:sldMkLst>
          <pc:docMk/>
          <pc:sldMk cId="1168723883" sldId="101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F45CE27-0FC1-4345-A9D1-813E9F3C96B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e Placeholder 2">
            <a:extLst>
              <a:ext uri="{FF2B5EF4-FFF2-40B4-BE49-F238E27FC236}">
                <a16:creationId xmlns:a16="http://schemas.microsoft.com/office/drawing/2014/main" id="{04FAFF02-ADA2-494F-92F2-18E0CD47E8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BF4C96F-5C6D-48ED-8D42-B768302B23AD}" type="datetimeFigureOut">
              <a:rPr lang="de-CH" smtClean="0"/>
              <a:t>25.05.23</a:t>
            </a:fld>
            <a:endParaRPr lang="de-CH"/>
          </a:p>
        </p:txBody>
      </p:sp>
      <p:sp>
        <p:nvSpPr>
          <p:cNvPr id="4" name="Footer Placeholder 3">
            <a:extLst>
              <a:ext uri="{FF2B5EF4-FFF2-40B4-BE49-F238E27FC236}">
                <a16:creationId xmlns:a16="http://schemas.microsoft.com/office/drawing/2014/main" id="{84D7311C-885A-4219-9687-E8E9C81D348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5" name="Slide Number Placeholder 4">
            <a:extLst>
              <a:ext uri="{FF2B5EF4-FFF2-40B4-BE49-F238E27FC236}">
                <a16:creationId xmlns:a16="http://schemas.microsoft.com/office/drawing/2014/main" id="{88755352-F100-4DC1-827B-1EFA0F247A0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6BEFE-BF9F-47C0-9B2B-37E6860B00C1}" type="slidenum">
              <a:rPr lang="de-CH" smtClean="0"/>
              <a:t>‹#›</a:t>
            </a:fld>
            <a:endParaRPr lang="de-CH"/>
          </a:p>
        </p:txBody>
      </p:sp>
    </p:spTree>
    <p:extLst>
      <p:ext uri="{BB962C8B-B14F-4D97-AF65-F5344CB8AC3E}">
        <p14:creationId xmlns:p14="http://schemas.microsoft.com/office/powerpoint/2010/main" val="12454366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6D3A44-FA09-4C0A-99A6-1BA009890161}" type="datetimeFigureOut">
              <a:rPr lang="de-CH" smtClean="0"/>
              <a:t>25.05.23</a:t>
            </a:fld>
            <a:endParaRPr lang="de-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EFE3F1-1C0D-4780-BCDC-4F7033F6C9E1}" type="slidenum">
              <a:rPr lang="de-CH" smtClean="0"/>
              <a:t>‹#›</a:t>
            </a:fld>
            <a:endParaRPr lang="de-CH"/>
          </a:p>
        </p:txBody>
      </p:sp>
    </p:spTree>
    <p:extLst>
      <p:ext uri="{BB962C8B-B14F-4D97-AF65-F5344CB8AC3E}">
        <p14:creationId xmlns:p14="http://schemas.microsoft.com/office/powerpoint/2010/main" val="887218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EFE3F1-1C0D-4780-BCDC-4F7033F6C9E1}" type="slidenum">
              <a:rPr lang="en-US" smtClean="0"/>
              <a:t>1</a:t>
            </a:fld>
            <a:endParaRPr lang="en-US"/>
          </a:p>
        </p:txBody>
      </p:sp>
    </p:spTree>
    <p:extLst>
      <p:ext uri="{BB962C8B-B14F-4D97-AF65-F5344CB8AC3E}">
        <p14:creationId xmlns:p14="http://schemas.microsoft.com/office/powerpoint/2010/main" val="12961703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EFE3F1-1C0D-4780-BCDC-4F7033F6C9E1}" type="slidenum">
              <a:rPr lang="en-US" smtClean="0"/>
              <a:t>2</a:t>
            </a:fld>
            <a:endParaRPr lang="en-US"/>
          </a:p>
        </p:txBody>
      </p:sp>
    </p:spTree>
    <p:extLst>
      <p:ext uri="{BB962C8B-B14F-4D97-AF65-F5344CB8AC3E}">
        <p14:creationId xmlns:p14="http://schemas.microsoft.com/office/powerpoint/2010/main" val="34670426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900"/>
              </a:spcBef>
              <a:spcAft>
                <a:spcPts val="900"/>
              </a:spcAft>
            </a:pPr>
            <a:r>
              <a:rPr lang="en-US" sz="1800" dirty="0">
                <a:effectLst/>
                <a:latin typeface="Cambria" panose="02040503050406030204" pitchFamily="18" charset="0"/>
                <a:ea typeface="Cambria" panose="02040503050406030204" pitchFamily="18" charset="0"/>
                <a:cs typeface="Times New Roman" panose="02020603050405020304" pitchFamily="18" charset="0"/>
              </a:rPr>
              <a:t>The Siemens Distributed Manufacturing Exchange Platform targets three main customer segments and generates added value for each:</a:t>
            </a:r>
          </a:p>
          <a:p>
            <a:pPr marL="342900" marR="0" lvl="0" indent="-342900">
              <a:spcBef>
                <a:spcPts val="180"/>
              </a:spcBef>
              <a:spcAft>
                <a:spcPts val="180"/>
              </a:spcAft>
              <a:buFont typeface="Arial" panose="020B0604020202020204" pitchFamily="34" charset="0"/>
              <a:buChar char="•"/>
            </a:pPr>
            <a:r>
              <a:rPr lang="en-US" sz="1800" b="1" dirty="0">
                <a:effectLst/>
                <a:latin typeface="Cambria" panose="02040503050406030204" pitchFamily="18" charset="0"/>
                <a:ea typeface="Cambria" panose="02040503050406030204" pitchFamily="18" charset="0"/>
                <a:cs typeface="Times New Roman" panose="02020603050405020304" pitchFamily="18" charset="0"/>
              </a:rPr>
              <a:t>Brands:</a:t>
            </a:r>
            <a:r>
              <a:rPr lang="en-US" sz="1800" dirty="0">
                <a:effectLst/>
                <a:latin typeface="Cambria" panose="02040503050406030204" pitchFamily="18" charset="0"/>
                <a:ea typeface="Cambria" panose="02040503050406030204" pitchFamily="18" charset="0"/>
                <a:cs typeface="Times New Roman" panose="02020603050405020304" pitchFamily="18" charset="0"/>
              </a:rPr>
              <a:t> Companies or organizations within the Digital Industries, Smart Infrastructure, Mobility, and Siemens </a:t>
            </a:r>
            <a:r>
              <a:rPr lang="en-US" sz="1800" dirty="0" err="1">
                <a:effectLst/>
                <a:latin typeface="Cambria" panose="02040503050406030204" pitchFamily="18" charset="0"/>
                <a:ea typeface="Cambria" panose="02040503050406030204" pitchFamily="18" charset="0"/>
                <a:cs typeface="Times New Roman" panose="02020603050405020304" pitchFamily="18" charset="0"/>
              </a:rPr>
              <a:t>Healthineers</a:t>
            </a:r>
            <a:r>
              <a:rPr lang="en-US" sz="1800" dirty="0">
                <a:effectLst/>
                <a:latin typeface="Cambria" panose="02040503050406030204" pitchFamily="18" charset="0"/>
                <a:ea typeface="Cambria" panose="02040503050406030204" pitchFamily="18" charset="0"/>
                <a:cs typeface="Times New Roman" panose="02020603050405020304" pitchFamily="18" charset="0"/>
              </a:rPr>
              <a:t> sectors that are looking for efficient, high-quality production solutions with minimal effort. By creating a digital twin of their products and utilizing the digital marketplace, brands benefit from flexible and efficient production, reduced uncertainty, streamlined prototyping, and the ability to test various use cases in a timely manner.</a:t>
            </a:r>
          </a:p>
          <a:p>
            <a:pPr marL="342900" marR="0" lvl="0" indent="-342900">
              <a:spcBef>
                <a:spcPts val="180"/>
              </a:spcBef>
              <a:spcAft>
                <a:spcPts val="180"/>
              </a:spcAft>
              <a:buFont typeface="Arial" panose="020B0604020202020204" pitchFamily="34" charset="0"/>
              <a:buChar char="•"/>
            </a:pPr>
            <a:r>
              <a:rPr lang="en-US" sz="1800" b="1">
                <a:effectLst/>
                <a:latin typeface="Cambria" panose="02040503050406030204" pitchFamily="18" charset="0"/>
                <a:ea typeface="Cambria" panose="02040503050406030204" pitchFamily="18" charset="0"/>
                <a:cs typeface="Times New Roman" panose="02020603050405020304" pitchFamily="18" charset="0"/>
              </a:rPr>
              <a:t>Producers:</a:t>
            </a:r>
            <a:r>
              <a:rPr lang="en-US" sz="1800">
                <a:effectLst/>
                <a:latin typeface="Cambria" panose="02040503050406030204" pitchFamily="18" charset="0"/>
                <a:ea typeface="Cambria" panose="02040503050406030204" pitchFamily="18" charset="0"/>
                <a:cs typeface="Times New Roman" panose="02020603050405020304" pitchFamily="18" charset="0"/>
              </a:rPr>
              <a:t> Manufacturing facilities that serve the aforementioned industries, looking to optimize their processes, access new business opportunities, and adapt to on-demand manufacturing. </a:t>
            </a:r>
            <a:r>
              <a:rPr lang="en-US" sz="1800" dirty="0">
                <a:effectLst/>
                <a:latin typeface="Cambria" panose="02040503050406030204" pitchFamily="18" charset="0"/>
                <a:ea typeface="Cambria" panose="02040503050406030204" pitchFamily="18" charset="0"/>
                <a:cs typeface="Times New Roman" panose="02020603050405020304" pitchFamily="18" charset="0"/>
              </a:rPr>
              <a:t>By partnering with Siemens, these producers can leverage the company’s expertise in digital twin technology and sensor integration to create a virtual replica of their production lines, ultimately increasing efficiency and flexibility. Producers can also discover new business opportunities, flexible production lines, and the capacity to manufacture multiple products simultaneously.</a:t>
            </a:r>
          </a:p>
          <a:p>
            <a:pPr marL="342900" marR="0" lvl="0" indent="-342900">
              <a:spcBef>
                <a:spcPts val="180"/>
              </a:spcBef>
              <a:spcAft>
                <a:spcPts val="180"/>
              </a:spcAft>
              <a:buFont typeface="Arial" panose="020B0604020202020204" pitchFamily="34" charset="0"/>
              <a:buChar char="•"/>
            </a:pPr>
            <a:r>
              <a:rPr lang="en-US" sz="1800" b="1" dirty="0">
                <a:effectLst/>
                <a:latin typeface="Cambria" panose="02040503050406030204" pitchFamily="18" charset="0"/>
                <a:ea typeface="Cambria" panose="02040503050406030204" pitchFamily="18" charset="0"/>
                <a:cs typeface="Times New Roman" panose="02020603050405020304" pitchFamily="18" charset="0"/>
              </a:rPr>
              <a:t>Suppliers:</a:t>
            </a:r>
            <a:r>
              <a:rPr lang="en-US" sz="1800" dirty="0">
                <a:effectLst/>
                <a:latin typeface="Cambria" panose="02040503050406030204" pitchFamily="18" charset="0"/>
                <a:ea typeface="Cambria" panose="02040503050406030204" pitchFamily="18" charset="0"/>
                <a:cs typeface="Times New Roman" panose="02020603050405020304" pitchFamily="18" charset="0"/>
              </a:rPr>
              <a:t> Providers of raw materials, components, and other resources required by producers to manufacture products. These suppliers play a crucial role in ensuring that products can be produced on-demand and efficiently. By integrating suppliers into the platform, Siemens can streamline the supply chain process, optimize resource allocation, and reduce lead times, resulting in added value for all parties involved.</a:t>
            </a:r>
          </a:p>
          <a:p>
            <a:pPr marL="342900" marR="0" lvl="0" indent="-342900">
              <a:spcBef>
                <a:spcPts val="180"/>
              </a:spcBef>
              <a:spcAft>
                <a:spcPts val="180"/>
              </a:spcAft>
              <a:buFont typeface="Arial" panose="020B0604020202020204" pitchFamily="34" charset="0"/>
              <a:buChar char="•"/>
            </a:pPr>
            <a:endParaRPr lang="en-US" sz="1800" dirty="0">
              <a:effectLst/>
              <a:latin typeface="Cambria" panose="02040503050406030204" pitchFamily="18" charset="0"/>
              <a:ea typeface="Cambria" panose="02040503050406030204" pitchFamily="18" charset="0"/>
              <a:cs typeface="Times New Roman" panose="02020603050405020304" pitchFamily="18" charset="0"/>
            </a:endParaRPr>
          </a:p>
          <a:p>
            <a:pPr marL="0" marR="0" lvl="0" indent="0">
              <a:spcBef>
                <a:spcPts val="180"/>
              </a:spcBef>
              <a:spcAft>
                <a:spcPts val="180"/>
              </a:spcAft>
              <a:buFont typeface="Arial" panose="020B0604020202020204" pitchFamily="34" charset="0"/>
              <a:buNone/>
            </a:pPr>
            <a:r>
              <a:rPr lang="en-US" sz="1800" dirty="0">
                <a:effectLst/>
                <a:latin typeface="Cambria" panose="02040503050406030204" pitchFamily="18" charset="0"/>
                <a:ea typeface="Cambria" panose="02040503050406030204" pitchFamily="18" charset="0"/>
                <a:cs typeface="Times New Roman" panose="02020603050405020304" pitchFamily="18" charset="0"/>
              </a:rPr>
              <a:t>Platform Role; Core Needs; Benefits</a:t>
            </a:r>
          </a:p>
          <a:p>
            <a:pPr marL="0" marR="0" lvl="0" indent="0">
              <a:spcBef>
                <a:spcPts val="180"/>
              </a:spcBef>
              <a:spcAft>
                <a:spcPts val="180"/>
              </a:spcAft>
              <a:buFont typeface="Arial" panose="020B0604020202020204" pitchFamily="34" charset="0"/>
              <a:buNone/>
            </a:pPr>
            <a:endParaRPr lang="en-US" sz="1800" dirty="0">
              <a:effectLst/>
              <a:latin typeface="Cambria" panose="02040503050406030204" pitchFamily="18" charset="0"/>
              <a:ea typeface="Cambria" panose="02040503050406030204" pitchFamily="18" charset="0"/>
              <a:cs typeface="Times New Roman" panose="02020603050405020304" pitchFamily="18" charset="0"/>
            </a:endParaRPr>
          </a:p>
          <a:p>
            <a:pPr marL="0" marR="0" lvl="0" indent="0">
              <a:spcBef>
                <a:spcPts val="180"/>
              </a:spcBef>
              <a:spcAft>
                <a:spcPts val="180"/>
              </a:spcAft>
              <a:buFont typeface="Arial" panose="020B0604020202020204" pitchFamily="34" charset="0"/>
              <a:buNone/>
            </a:pPr>
            <a:r>
              <a:rPr lang="en-US" sz="1800" dirty="0">
                <a:effectLst/>
                <a:latin typeface="Cambria" panose="02040503050406030204" pitchFamily="18" charset="0"/>
                <a:ea typeface="Cambria" panose="02040503050406030204" pitchFamily="18" charset="0"/>
                <a:cs typeface="Times New Roman" panose="02020603050405020304" pitchFamily="18" charset="0"/>
              </a:rPr>
              <a:t>https://</a:t>
            </a:r>
            <a:r>
              <a:rPr lang="en-US" sz="1800" dirty="0" err="1">
                <a:effectLst/>
                <a:latin typeface="Cambria" panose="02040503050406030204" pitchFamily="18" charset="0"/>
                <a:ea typeface="Cambria" panose="02040503050406030204" pitchFamily="18" charset="0"/>
                <a:cs typeface="Times New Roman" panose="02020603050405020304" pitchFamily="18" charset="0"/>
              </a:rPr>
              <a:t>new.siemens.com</a:t>
            </a:r>
            <a:r>
              <a:rPr lang="en-US" sz="1800" dirty="0">
                <a:effectLst/>
                <a:latin typeface="Cambria" panose="02040503050406030204" pitchFamily="18" charset="0"/>
                <a:ea typeface="Cambria" panose="02040503050406030204" pitchFamily="18" charset="0"/>
                <a:cs typeface="Times New Roman" panose="02020603050405020304" pitchFamily="18" charset="0"/>
              </a:rPr>
              <a:t>/global/</a:t>
            </a:r>
            <a:r>
              <a:rPr lang="en-US" sz="1800" dirty="0" err="1">
                <a:effectLst/>
                <a:latin typeface="Cambria" panose="02040503050406030204" pitchFamily="18" charset="0"/>
                <a:ea typeface="Cambria" panose="02040503050406030204" pitchFamily="18" charset="0"/>
                <a:cs typeface="Times New Roman" panose="02020603050405020304" pitchFamily="18" charset="0"/>
              </a:rPr>
              <a:t>en</a:t>
            </a:r>
            <a:r>
              <a:rPr lang="en-US" sz="1800" dirty="0">
                <a:effectLst/>
                <a:latin typeface="Cambria" panose="02040503050406030204" pitchFamily="18" charset="0"/>
                <a:ea typeface="Cambria" panose="02040503050406030204" pitchFamily="18" charset="0"/>
                <a:cs typeface="Times New Roman" panose="02020603050405020304" pitchFamily="18" charset="0"/>
              </a:rPr>
              <a:t>/company/about/corporate-functions/supply-chain-management/supplier-</a:t>
            </a:r>
            <a:r>
              <a:rPr lang="en-US" sz="1800" dirty="0" err="1">
                <a:effectLst/>
                <a:latin typeface="Cambria" panose="02040503050406030204" pitchFamily="18" charset="0"/>
                <a:ea typeface="Cambria" panose="02040503050406030204" pitchFamily="18" charset="0"/>
                <a:cs typeface="Times New Roman" panose="02020603050405020304" pitchFamily="18" charset="0"/>
              </a:rPr>
              <a:t>cockpit.html</a:t>
            </a:r>
            <a:endParaRPr lang="en-US" sz="1800" dirty="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9EFE3F1-1C0D-4780-BCDC-4F7033F6C9E1}" type="slidenum">
              <a:rPr lang="en-US" smtClean="0"/>
              <a:t>5</a:t>
            </a:fld>
            <a:endParaRPr lang="en-US"/>
          </a:p>
        </p:txBody>
      </p:sp>
    </p:spTree>
    <p:extLst>
      <p:ext uri="{BB962C8B-B14F-4D97-AF65-F5344CB8AC3E}">
        <p14:creationId xmlns:p14="http://schemas.microsoft.com/office/powerpoint/2010/main" val="11252639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a:effectLst/>
                <a:latin typeface="NimbusRomNo9L"/>
                <a:ea typeface="Times New Roman" panose="02020603050405020304" pitchFamily="18" charset="0"/>
              </a:rPr>
              <a:t>--- From Paper ---</a:t>
            </a:r>
          </a:p>
          <a:p>
            <a:endParaRPr lang="en-US" sz="1800" b="1">
              <a:effectLst/>
              <a:latin typeface="NimbusRomNo9L"/>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NimbusRomNo9L"/>
                <a:ea typeface="Times New Roman" panose="02020603050405020304" pitchFamily="18" charset="0"/>
              </a:rPr>
              <a:t>We explore chain-of-thought prompting for various language models on multiple benchmarks. </a:t>
            </a:r>
            <a:endParaRPr lang="en-US" sz="1800">
              <a:effectLst/>
              <a:latin typeface="Times New Roman" panose="02020603050405020304" pitchFamily="18" charset="0"/>
              <a:ea typeface="Times New Roman" panose="02020603050405020304" pitchFamily="18" charset="0"/>
            </a:endParaRPr>
          </a:p>
          <a:p>
            <a:endParaRPr lang="en-US" sz="1800" b="1">
              <a:effectLst/>
              <a:latin typeface="NimbusRomNo9L"/>
              <a:ea typeface="Times New Roman" panose="02020603050405020304" pitchFamily="18" charset="0"/>
            </a:endParaRPr>
          </a:p>
          <a:p>
            <a:r>
              <a:rPr lang="en-US" sz="1800" b="1">
                <a:effectLst/>
                <a:latin typeface="NimbusRomNo9L"/>
                <a:ea typeface="Times New Roman" panose="02020603050405020304" pitchFamily="18" charset="0"/>
              </a:rPr>
              <a:t>Standard prompting.</a:t>
            </a:r>
            <a:r>
              <a:rPr lang="en-US" sz="1800">
                <a:effectLst/>
                <a:latin typeface="NimbusRomNo9L"/>
                <a:ea typeface="Times New Roman" panose="02020603050405020304" pitchFamily="18" charset="0"/>
              </a:rPr>
              <a:t> For the baseline, we consider standard few-shot prompting, popularized by </a:t>
            </a:r>
            <a:r>
              <a:rPr lang="en-US" sz="1800">
                <a:solidFill>
                  <a:srgbClr val="001472"/>
                </a:solidFill>
                <a:effectLst/>
                <a:latin typeface="NimbusRomNo9L"/>
                <a:ea typeface="Times New Roman" panose="02020603050405020304" pitchFamily="18" charset="0"/>
              </a:rPr>
              <a:t>Brown et al. </a:t>
            </a:r>
            <a:r>
              <a:rPr lang="en-US" sz="1800">
                <a:effectLst/>
                <a:latin typeface="NimbusRomNo9L"/>
                <a:ea typeface="Times New Roman" panose="02020603050405020304" pitchFamily="18" charset="0"/>
              </a:rPr>
              <a:t>(</a:t>
            </a:r>
            <a:r>
              <a:rPr lang="en-US" sz="1800">
                <a:solidFill>
                  <a:srgbClr val="001472"/>
                </a:solidFill>
                <a:effectLst/>
                <a:latin typeface="NimbusRomNo9L"/>
                <a:ea typeface="Times New Roman" panose="02020603050405020304" pitchFamily="18" charset="0"/>
              </a:rPr>
              <a:t>2020</a:t>
            </a:r>
            <a:r>
              <a:rPr lang="en-US" sz="1800">
                <a:effectLst/>
                <a:latin typeface="NimbusRomNo9L"/>
                <a:ea typeface="Times New Roman" panose="02020603050405020304" pitchFamily="18" charset="0"/>
              </a:rPr>
              <a:t>), in which a language model is given in-context exemplars of input–output pairs before outputting a prediction for a test-time example. Exemplars are formatted as questions and answers. The model gives the answer directly, as shown in Figure </a:t>
            </a:r>
            <a:r>
              <a:rPr lang="en-US" sz="1800">
                <a:solidFill>
                  <a:srgbClr val="001472"/>
                </a:solidFill>
                <a:effectLst/>
                <a:latin typeface="NimbusRomNo9L"/>
                <a:ea typeface="Times New Roman" panose="02020603050405020304" pitchFamily="18" charset="0"/>
              </a:rPr>
              <a:t>1 </a:t>
            </a:r>
            <a:r>
              <a:rPr lang="en-US" sz="1800">
                <a:effectLst/>
                <a:latin typeface="NimbusRomNo9L"/>
                <a:ea typeface="Times New Roman" panose="02020603050405020304" pitchFamily="18" charset="0"/>
              </a:rPr>
              <a:t>(left). </a:t>
            </a:r>
            <a:endParaRPr lang="en-US" sz="1800">
              <a:effectLst/>
              <a:latin typeface="Times New Roman" panose="02020603050405020304" pitchFamily="18" charset="0"/>
              <a:ea typeface="Times New Roman" panose="02020603050405020304" pitchFamily="18" charset="0"/>
            </a:endParaRPr>
          </a:p>
          <a:p>
            <a:r>
              <a:rPr lang="en-US" sz="1800" b="1">
                <a:effectLst/>
                <a:latin typeface="NimbusRomNo9L"/>
                <a:ea typeface="Times New Roman" panose="02020603050405020304" pitchFamily="18" charset="0"/>
              </a:rPr>
              <a:t>Chain-of-thought prompting. </a:t>
            </a:r>
            <a:r>
              <a:rPr lang="en-US" sz="1800">
                <a:effectLst/>
                <a:latin typeface="NimbusRomNo9L"/>
                <a:ea typeface="Times New Roman" panose="02020603050405020304" pitchFamily="18" charset="0"/>
              </a:rPr>
              <a:t>Our proposed approach is to augment each exemplar in few-shot prompting with a chain of thought for an associated answer, as illustrated in Figure </a:t>
            </a:r>
            <a:r>
              <a:rPr lang="en-US" sz="1800">
                <a:solidFill>
                  <a:srgbClr val="001472"/>
                </a:solidFill>
                <a:effectLst/>
                <a:latin typeface="NimbusRomNo9L"/>
                <a:ea typeface="Times New Roman" panose="02020603050405020304" pitchFamily="18" charset="0"/>
              </a:rPr>
              <a:t>1 </a:t>
            </a:r>
            <a:r>
              <a:rPr lang="en-US" sz="1800">
                <a:effectLst/>
                <a:latin typeface="NimbusRomNo9L"/>
                <a:ea typeface="Times New Roman" panose="02020603050405020304" pitchFamily="18" charset="0"/>
              </a:rPr>
              <a:t>(right). As most of the datasets only have an evaluation split, we manually composed a set of eight few-shot exemplars with chains of thought for prompting—Figure </a:t>
            </a:r>
            <a:r>
              <a:rPr lang="en-US" sz="1800">
                <a:solidFill>
                  <a:srgbClr val="001472"/>
                </a:solidFill>
                <a:effectLst/>
                <a:latin typeface="NimbusRomNo9L"/>
                <a:ea typeface="Times New Roman" panose="02020603050405020304" pitchFamily="18" charset="0"/>
              </a:rPr>
              <a:t>1 </a:t>
            </a:r>
            <a:r>
              <a:rPr lang="en-US" sz="1800">
                <a:effectLst/>
                <a:latin typeface="NimbusRomNo9L"/>
                <a:ea typeface="Times New Roman" panose="02020603050405020304" pitchFamily="18" charset="0"/>
              </a:rPr>
              <a:t>(right) shows one chain of thought exemplar, and the full set of exemplars is given in Appendix Table </a:t>
            </a:r>
            <a:r>
              <a:rPr lang="en-US" sz="1800">
                <a:solidFill>
                  <a:srgbClr val="001472"/>
                </a:solidFill>
                <a:effectLst/>
                <a:latin typeface="NimbusRomNo9L"/>
                <a:ea typeface="Times New Roman" panose="02020603050405020304" pitchFamily="18" charset="0"/>
              </a:rPr>
              <a:t>20</a:t>
            </a:r>
            <a:r>
              <a:rPr lang="en-US" sz="1800">
                <a:effectLst/>
                <a:latin typeface="NimbusRomNo9L"/>
                <a:ea typeface="Times New Roman" panose="02020603050405020304" pitchFamily="18" charset="0"/>
              </a:rPr>
              <a:t>. (These particular exemplars did not undergo prompt engineering; robustness is studied in Section </a:t>
            </a:r>
            <a:r>
              <a:rPr lang="en-US" sz="1800">
                <a:solidFill>
                  <a:srgbClr val="001472"/>
                </a:solidFill>
                <a:effectLst/>
                <a:latin typeface="NimbusRomNo9L"/>
                <a:ea typeface="Times New Roman" panose="02020603050405020304" pitchFamily="18" charset="0"/>
              </a:rPr>
              <a:t>3.4 </a:t>
            </a:r>
            <a:r>
              <a:rPr lang="en-US" sz="1800">
                <a:effectLst/>
                <a:latin typeface="NimbusRomNo9L"/>
                <a:ea typeface="Times New Roman" panose="02020603050405020304" pitchFamily="18" charset="0"/>
              </a:rPr>
              <a:t>and Appendix </a:t>
            </a:r>
            <a:r>
              <a:rPr lang="en-US" sz="1800">
                <a:solidFill>
                  <a:srgbClr val="001472"/>
                </a:solidFill>
                <a:effectLst/>
                <a:latin typeface="NimbusRomNo9L"/>
                <a:ea typeface="Times New Roman" panose="02020603050405020304" pitchFamily="18" charset="0"/>
              </a:rPr>
              <a:t>A.2</a:t>
            </a:r>
            <a:r>
              <a:rPr lang="en-US" sz="1800">
                <a:effectLst/>
                <a:latin typeface="NimbusRomNo9L"/>
                <a:ea typeface="Times New Roman" panose="02020603050405020304" pitchFamily="18" charset="0"/>
              </a:rPr>
              <a:t>.) To investigate whether chain-of-thought prompting in this form can successfully elicit successful reasoning across a range of </a:t>
            </a:r>
            <a:endParaRPr lang="en-US" sz="1800">
              <a:effectLst/>
              <a:latin typeface="Times New Roman" panose="02020603050405020304" pitchFamily="18" charset="0"/>
              <a:ea typeface="Times New Roman" panose="02020603050405020304" pitchFamily="18" charset="0"/>
            </a:endParaRPr>
          </a:p>
          <a:p>
            <a:r>
              <a:rPr lang="en-US" sz="1800">
                <a:effectLst/>
                <a:latin typeface="NimbusRomNo9L"/>
                <a:ea typeface="Times New Roman" panose="02020603050405020304" pitchFamily="18" charset="0"/>
              </a:rPr>
              <a:t>math word problems, we used this single set of eight chain of thought exemplars for all benchmarks except AQuA, which is multiple choice instead of free response. For AQuA, we used four exemplars and solutions from the training set, as given in Appendix Table </a:t>
            </a:r>
            <a:r>
              <a:rPr lang="en-US" sz="1800">
                <a:solidFill>
                  <a:srgbClr val="001472"/>
                </a:solidFill>
                <a:effectLst/>
                <a:latin typeface="NimbusRomNo9L"/>
                <a:ea typeface="Times New Roman" panose="02020603050405020304" pitchFamily="18" charset="0"/>
              </a:rPr>
              <a:t>21</a:t>
            </a:r>
            <a:r>
              <a:rPr lang="en-US" sz="1800">
                <a:effectLst/>
                <a:latin typeface="NimbusRomNo9L"/>
                <a:ea typeface="Times New Roman" panose="02020603050405020304" pitchFamily="18" charset="0"/>
              </a:rPr>
              <a:t>. </a:t>
            </a:r>
            <a:endParaRPr lang="en-US" sz="1800">
              <a:effectLst/>
              <a:latin typeface="Times New Roman" panose="02020603050405020304" pitchFamily="18" charset="0"/>
              <a:ea typeface="Times New Roman" panose="02020603050405020304" pitchFamily="18" charset="0"/>
            </a:endParaRPr>
          </a:p>
          <a:p>
            <a:endParaRPr lang="en-US"/>
          </a:p>
        </p:txBody>
      </p:sp>
      <p:sp>
        <p:nvSpPr>
          <p:cNvPr id="4" name="Slide Number Placeholder 3"/>
          <p:cNvSpPr>
            <a:spLocks noGrp="1"/>
          </p:cNvSpPr>
          <p:nvPr>
            <p:ph type="sldNum" sz="quarter" idx="5"/>
          </p:nvPr>
        </p:nvSpPr>
        <p:spPr/>
        <p:txBody>
          <a:bodyPr/>
          <a:lstStyle/>
          <a:p>
            <a:fld id="{19EFE3F1-1C0D-4780-BCDC-4F7033F6C9E1}" type="slidenum">
              <a:rPr lang="en-US" smtClean="0"/>
              <a:t>7</a:t>
            </a:fld>
            <a:endParaRPr lang="en-US"/>
          </a:p>
        </p:txBody>
      </p:sp>
    </p:spTree>
    <p:extLst>
      <p:ext uri="{BB962C8B-B14F-4D97-AF65-F5344CB8AC3E}">
        <p14:creationId xmlns:p14="http://schemas.microsoft.com/office/powerpoint/2010/main" val="39281132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EFE3F1-1C0D-4780-BCDC-4F7033F6C9E1}" type="slidenum">
              <a:rPr lang="de-CH" smtClean="0"/>
              <a:t>8</a:t>
            </a:fld>
            <a:endParaRPr lang="de-CH"/>
          </a:p>
        </p:txBody>
      </p:sp>
    </p:spTree>
    <p:extLst>
      <p:ext uri="{BB962C8B-B14F-4D97-AF65-F5344CB8AC3E}">
        <p14:creationId xmlns:p14="http://schemas.microsoft.com/office/powerpoint/2010/main" val="5153015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Slide 1">
    <p:bg>
      <p:bgPr>
        <a:solidFill>
          <a:schemeClr val="bg1"/>
        </a:solidFill>
        <a:effectLst/>
      </p:bgPr>
    </p:bg>
    <p:spTree>
      <p:nvGrpSpPr>
        <p:cNvPr id="1" name=""/>
        <p:cNvGrpSpPr/>
        <p:nvPr/>
      </p:nvGrpSpPr>
      <p:grpSpPr>
        <a:xfrm>
          <a:off x="0" y="0"/>
          <a:ext cx="0" cy="0"/>
          <a:chOff x="0" y="0"/>
          <a:chExt cx="0" cy="0"/>
        </a:xfrm>
      </p:grpSpPr>
      <p:pic>
        <p:nvPicPr>
          <p:cNvPr id="13" name="Picture 12" descr="A picture containing skating, building, ramp, board&#10;&#10;Description automatically generated">
            <a:extLst>
              <a:ext uri="{FF2B5EF4-FFF2-40B4-BE49-F238E27FC236}">
                <a16:creationId xmlns:a16="http://schemas.microsoft.com/office/drawing/2014/main" id="{9F7E1813-5682-4AAE-8DC8-5A613DE12B9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14" name="TextBox 13">
            <a:extLst>
              <a:ext uri="{FF2B5EF4-FFF2-40B4-BE49-F238E27FC236}">
                <a16:creationId xmlns:a16="http://schemas.microsoft.com/office/drawing/2014/main" id="{69B6FC2A-29C4-4742-B32D-604659C0CB22}"/>
              </a:ext>
            </a:extLst>
          </p:cNvPr>
          <p:cNvSpPr txBox="1"/>
          <p:nvPr userDrawn="1"/>
        </p:nvSpPr>
        <p:spPr>
          <a:xfrm>
            <a:off x="6789318" y="4613375"/>
            <a:ext cx="1995907" cy="153888"/>
          </a:xfrm>
          <a:prstGeom prst="rect">
            <a:avLst/>
          </a:prstGeom>
          <a:noFill/>
        </p:spPr>
        <p:txBody>
          <a:bodyPr wrap="square" lIns="0" tIns="0" rIns="0" bIns="0" rtlCol="0">
            <a:spAutoFit/>
          </a:bodyPr>
          <a:lstStyle/>
          <a:p>
            <a:pPr algn="r"/>
            <a:r>
              <a:rPr lang="en-GB" sz="1000">
                <a:solidFill>
                  <a:schemeClr val="accent1"/>
                </a:solidFill>
              </a:rPr>
              <a:t>From insight to impact.</a:t>
            </a:r>
          </a:p>
        </p:txBody>
      </p:sp>
      <p:pic>
        <p:nvPicPr>
          <p:cNvPr id="715416888" name="Rectangle 2" descr="{&quot;templafy&quot;:{&quot;id&quot;:&quot;2a706a25-2679-4b9f-80cb-a25bb906beb3&quot;}}"/>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61173" y="313025"/>
            <a:ext cx="2221200" cy="460800"/>
          </a:xfrm>
          <a:prstGeom prst="rect">
            <a:avLst/>
          </a:prstGeom>
        </p:spPr>
      </p:pic>
      <p:sp>
        <p:nvSpPr>
          <p:cNvPr id="5" name="Title 4">
            <a:extLst>
              <a:ext uri="{FF2B5EF4-FFF2-40B4-BE49-F238E27FC236}">
                <a16:creationId xmlns:a16="http://schemas.microsoft.com/office/drawing/2014/main" id="{A891F29F-BED8-4555-9938-829D3AC33287}"/>
              </a:ext>
            </a:extLst>
          </p:cNvPr>
          <p:cNvSpPr>
            <a:spLocks noGrp="1"/>
          </p:cNvSpPr>
          <p:nvPr>
            <p:ph type="title"/>
          </p:nvPr>
        </p:nvSpPr>
        <p:spPr>
          <a:xfrm>
            <a:off x="827015" y="1098178"/>
            <a:ext cx="7958210" cy="1792800"/>
          </a:xfrm>
        </p:spPr>
        <p:txBody>
          <a:bodyPr anchor="b"/>
          <a:lstStyle>
            <a:lvl1pPr>
              <a:lnSpc>
                <a:spcPts val="4200"/>
              </a:lnSpc>
              <a:defRPr sz="4000">
                <a:latin typeface="Gill Sans Nova Light" panose="020B0302020104020203" pitchFamily="34" charset="0"/>
              </a:defRPr>
            </a:lvl1pPr>
          </a:lstStyle>
          <a:p>
            <a:r>
              <a:rPr lang="en-GB"/>
              <a:t>Click to edit Master title style</a:t>
            </a:r>
          </a:p>
        </p:txBody>
      </p:sp>
      <p:sp>
        <p:nvSpPr>
          <p:cNvPr id="7" name="Text Placeholder 6">
            <a:extLst>
              <a:ext uri="{FF2B5EF4-FFF2-40B4-BE49-F238E27FC236}">
                <a16:creationId xmlns:a16="http://schemas.microsoft.com/office/drawing/2014/main" id="{D3654089-CB0E-4321-8557-8E0B4ACD847A}"/>
              </a:ext>
            </a:extLst>
          </p:cNvPr>
          <p:cNvSpPr>
            <a:spLocks noGrp="1"/>
          </p:cNvSpPr>
          <p:nvPr>
            <p:ph type="body" sz="quarter" idx="10"/>
          </p:nvPr>
        </p:nvSpPr>
        <p:spPr>
          <a:xfrm>
            <a:off x="831027" y="3123868"/>
            <a:ext cx="3650486" cy="1356057"/>
          </a:xfrm>
        </p:spPr>
        <p:txBody>
          <a:bodyPr>
            <a:normAutofit/>
          </a:bodyPr>
          <a:lstStyle>
            <a:lvl1pPr marL="0" indent="0">
              <a:spcAft>
                <a:spcPts val="0"/>
              </a:spcAft>
              <a:buFont typeface="Arial" panose="020B0604020202020204" pitchFamily="34" charset="0"/>
              <a:buNone/>
              <a:defRPr sz="1600"/>
            </a:lvl1pPr>
            <a:lvl2pPr marL="0" indent="0">
              <a:spcAft>
                <a:spcPts val="0"/>
              </a:spcAft>
              <a:buNone/>
              <a:defRPr sz="1600"/>
            </a:lvl2pPr>
            <a:lvl3pPr marL="0" indent="0">
              <a:spcAft>
                <a:spcPts val="0"/>
              </a:spcAft>
              <a:buNone/>
              <a:defRPr sz="1600"/>
            </a:lvl3pPr>
            <a:lvl4pPr marL="0" indent="0">
              <a:spcAft>
                <a:spcPts val="0"/>
              </a:spcAft>
              <a:buNone/>
              <a:defRPr sz="1600"/>
            </a:lvl4pPr>
            <a:lvl5pPr marL="0" indent="0">
              <a:spcAft>
                <a:spcPts val="0"/>
              </a:spcAft>
              <a:buNone/>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505765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Slide 2">
    <p:bg>
      <p:bgPr>
        <a:solidFill>
          <a:schemeClr val="bg1"/>
        </a:solidFill>
        <a:effectLst/>
      </p:bgPr>
    </p:bg>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69B6FC2A-29C4-4742-B32D-604659C0CB22}"/>
              </a:ext>
            </a:extLst>
          </p:cNvPr>
          <p:cNvSpPr txBox="1"/>
          <p:nvPr userDrawn="1"/>
        </p:nvSpPr>
        <p:spPr>
          <a:xfrm>
            <a:off x="828000" y="4613375"/>
            <a:ext cx="1997563" cy="153888"/>
          </a:xfrm>
          <a:prstGeom prst="rect">
            <a:avLst/>
          </a:prstGeom>
          <a:noFill/>
        </p:spPr>
        <p:txBody>
          <a:bodyPr wrap="square" lIns="0" tIns="0" rIns="0" bIns="0" rtlCol="0">
            <a:spAutoFit/>
          </a:bodyPr>
          <a:lstStyle/>
          <a:p>
            <a:pPr algn="l"/>
            <a:r>
              <a:rPr lang="en-GB" sz="1000">
                <a:solidFill>
                  <a:schemeClr val="tx1"/>
                </a:solidFill>
              </a:rPr>
              <a:t>From </a:t>
            </a:r>
            <a:r>
              <a:rPr lang="en-GB" sz="1000" err="1">
                <a:solidFill>
                  <a:schemeClr val="tx1"/>
                </a:solidFill>
              </a:rPr>
              <a:t>insight</a:t>
            </a:r>
            <a:r>
              <a:rPr lang="en-GB" sz="1000">
                <a:solidFill>
                  <a:schemeClr val="tx1"/>
                </a:solidFill>
              </a:rPr>
              <a:t> </a:t>
            </a:r>
            <a:r>
              <a:rPr lang="en-GB" sz="1000" err="1">
                <a:solidFill>
                  <a:schemeClr val="tx1"/>
                </a:solidFill>
              </a:rPr>
              <a:t>to</a:t>
            </a:r>
            <a:r>
              <a:rPr lang="en-GB" sz="1000">
                <a:solidFill>
                  <a:schemeClr val="tx1"/>
                </a:solidFill>
              </a:rPr>
              <a:t> </a:t>
            </a:r>
            <a:r>
              <a:rPr lang="en-GB" sz="1000" err="1">
                <a:solidFill>
                  <a:schemeClr val="tx1"/>
                </a:solidFill>
              </a:rPr>
              <a:t>impact</a:t>
            </a:r>
            <a:r>
              <a:rPr lang="en-GB" sz="1000">
                <a:solidFill>
                  <a:schemeClr val="tx1"/>
                </a:solidFill>
              </a:rPr>
              <a:t>.</a:t>
            </a:r>
          </a:p>
        </p:txBody>
      </p:sp>
      <p:sp>
        <p:nvSpPr>
          <p:cNvPr id="6" name="Picture Placeholder 5">
            <a:extLst>
              <a:ext uri="{FF2B5EF4-FFF2-40B4-BE49-F238E27FC236}">
                <a16:creationId xmlns:a16="http://schemas.microsoft.com/office/drawing/2014/main" id="{1CACC6D5-D1D4-442A-84CB-4AA5E5B9ECDE}"/>
              </a:ext>
            </a:extLst>
          </p:cNvPr>
          <p:cNvSpPr>
            <a:spLocks noGrp="1"/>
          </p:cNvSpPr>
          <p:nvPr>
            <p:ph type="pic" sz="quarter" idx="10"/>
          </p:nvPr>
        </p:nvSpPr>
        <p:spPr>
          <a:xfrm>
            <a:off x="5965200" y="0"/>
            <a:ext cx="3178800" cy="5143500"/>
          </a:xfrm>
        </p:spPr>
        <p:txBody>
          <a:bodyPr/>
          <a:lstStyle/>
          <a:p>
            <a:r>
              <a:rPr lang="en-GB"/>
              <a:t>Click icon to add picture</a:t>
            </a:r>
          </a:p>
        </p:txBody>
      </p:sp>
      <p:pic>
        <p:nvPicPr>
          <p:cNvPr id="429186956" name="Rectangle 8" descr="{&quot;templafy&quot;:{&quot;id&quot;:&quot;c0d1e0af-ade1-4c6e-95ad-8ab17ee08eee&quot;}}"/>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8775" y="313025"/>
            <a:ext cx="2221200" cy="460800"/>
          </a:xfrm>
          <a:prstGeom prst="rect">
            <a:avLst/>
          </a:prstGeom>
        </p:spPr>
      </p:pic>
      <p:sp>
        <p:nvSpPr>
          <p:cNvPr id="10" name="Title 4">
            <a:extLst>
              <a:ext uri="{FF2B5EF4-FFF2-40B4-BE49-F238E27FC236}">
                <a16:creationId xmlns:a16="http://schemas.microsoft.com/office/drawing/2014/main" id="{80E529E2-449E-41BE-B0F7-70294EC17C81}"/>
              </a:ext>
            </a:extLst>
          </p:cNvPr>
          <p:cNvSpPr>
            <a:spLocks noGrp="1"/>
          </p:cNvSpPr>
          <p:nvPr>
            <p:ph type="title"/>
          </p:nvPr>
        </p:nvSpPr>
        <p:spPr>
          <a:xfrm>
            <a:off x="827013" y="1276350"/>
            <a:ext cx="4764489" cy="1942874"/>
          </a:xfrm>
        </p:spPr>
        <p:txBody>
          <a:bodyPr anchor="b"/>
          <a:lstStyle>
            <a:lvl1pPr>
              <a:lnSpc>
                <a:spcPts val="4200"/>
              </a:lnSpc>
              <a:defRPr sz="4000">
                <a:latin typeface="Gill Sans Nova Light" panose="020B0302020104020203" pitchFamily="34" charset="0"/>
              </a:defRPr>
            </a:lvl1pPr>
          </a:lstStyle>
          <a:p>
            <a:r>
              <a:rPr lang="en-GB"/>
              <a:t>Click to edit Master title style</a:t>
            </a:r>
          </a:p>
        </p:txBody>
      </p:sp>
      <p:sp>
        <p:nvSpPr>
          <p:cNvPr id="11" name="Text Placeholder 6">
            <a:extLst>
              <a:ext uri="{FF2B5EF4-FFF2-40B4-BE49-F238E27FC236}">
                <a16:creationId xmlns:a16="http://schemas.microsoft.com/office/drawing/2014/main" id="{3CEDF5E3-A68C-469F-902C-69F694A0D4F6}"/>
              </a:ext>
            </a:extLst>
          </p:cNvPr>
          <p:cNvSpPr>
            <a:spLocks noGrp="1"/>
          </p:cNvSpPr>
          <p:nvPr>
            <p:ph type="body" sz="quarter" idx="11"/>
          </p:nvPr>
        </p:nvSpPr>
        <p:spPr>
          <a:xfrm>
            <a:off x="831027" y="3452115"/>
            <a:ext cx="3034391" cy="1027810"/>
          </a:xfrm>
        </p:spPr>
        <p:txBody>
          <a:bodyPr>
            <a:normAutofit/>
          </a:bodyPr>
          <a:lstStyle>
            <a:lvl1pPr marL="0" indent="0">
              <a:spcAft>
                <a:spcPts val="0"/>
              </a:spcAft>
              <a:buFont typeface="Arial" panose="020B0604020202020204" pitchFamily="34" charset="0"/>
              <a:buNone/>
              <a:defRPr sz="1600"/>
            </a:lvl1pPr>
            <a:lvl2pPr marL="0" indent="0">
              <a:spcAft>
                <a:spcPts val="0"/>
              </a:spcAft>
              <a:buNone/>
              <a:defRPr sz="1600"/>
            </a:lvl2pPr>
            <a:lvl3pPr marL="0" indent="0">
              <a:spcAft>
                <a:spcPts val="0"/>
              </a:spcAft>
              <a:buNone/>
              <a:defRPr sz="1600"/>
            </a:lvl3pPr>
            <a:lvl4pPr marL="0" indent="0">
              <a:spcAft>
                <a:spcPts val="0"/>
              </a:spcAft>
              <a:buNone/>
              <a:defRPr sz="1600"/>
            </a:lvl4pPr>
            <a:lvl5pPr marL="0" indent="0">
              <a:spcAft>
                <a:spcPts val="0"/>
              </a:spcAft>
              <a:buNone/>
              <a:defRPr sz="1600"/>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127909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Slide 3">
    <p:bg>
      <p:bgPr>
        <a:solidFill>
          <a:schemeClr val="bg1"/>
        </a:solidFill>
        <a:effectLst/>
      </p:bgPr>
    </p:bg>
    <p:spTree>
      <p:nvGrpSpPr>
        <p:cNvPr id="1" name=""/>
        <p:cNvGrpSpPr/>
        <p:nvPr/>
      </p:nvGrpSpPr>
      <p:grpSpPr>
        <a:xfrm>
          <a:off x="0" y="0"/>
          <a:ext cx="0" cy="0"/>
          <a:chOff x="0" y="0"/>
          <a:chExt cx="0" cy="0"/>
        </a:xfrm>
      </p:grpSpPr>
      <p:sp>
        <p:nvSpPr>
          <p:cNvPr id="15" name="Rectangle 9">
            <a:extLst>
              <a:ext uri="{FF2B5EF4-FFF2-40B4-BE49-F238E27FC236}">
                <a16:creationId xmlns:a16="http://schemas.microsoft.com/office/drawing/2014/main" id="{2B100237-7431-49D0-8F7C-9E1F2717B96C}"/>
              </a:ext>
            </a:extLst>
          </p:cNvPr>
          <p:cNvSpPr/>
          <p:nvPr userDrawn="1"/>
        </p:nvSpPr>
        <p:spPr>
          <a:xfrm>
            <a:off x="5761585" y="1624745"/>
            <a:ext cx="2419577" cy="2689737"/>
          </a:xfrm>
          <a:custGeom>
            <a:avLst/>
            <a:gdLst>
              <a:gd name="connsiteX0" fmla="*/ 0 w 1861343"/>
              <a:gd name="connsiteY0" fmla="*/ 0 h 2329962"/>
              <a:gd name="connsiteX1" fmla="*/ 1861343 w 1861343"/>
              <a:gd name="connsiteY1" fmla="*/ 0 h 2329962"/>
              <a:gd name="connsiteX2" fmla="*/ 1861343 w 1861343"/>
              <a:gd name="connsiteY2" fmla="*/ 2329962 h 2329962"/>
              <a:gd name="connsiteX3" fmla="*/ 0 w 1861343"/>
              <a:gd name="connsiteY3" fmla="*/ 2329962 h 2329962"/>
              <a:gd name="connsiteX4" fmla="*/ 0 w 1861343"/>
              <a:gd name="connsiteY4" fmla="*/ 0 h 2329962"/>
              <a:gd name="connsiteX0" fmla="*/ 0 w 3408789"/>
              <a:gd name="connsiteY0" fmla="*/ 852854 h 2329962"/>
              <a:gd name="connsiteX1" fmla="*/ 3408789 w 3408789"/>
              <a:gd name="connsiteY1" fmla="*/ 0 h 2329962"/>
              <a:gd name="connsiteX2" fmla="*/ 3408789 w 3408789"/>
              <a:gd name="connsiteY2" fmla="*/ 2329962 h 2329962"/>
              <a:gd name="connsiteX3" fmla="*/ 1547446 w 3408789"/>
              <a:gd name="connsiteY3" fmla="*/ 2329962 h 2329962"/>
              <a:gd name="connsiteX4" fmla="*/ 0 w 3408789"/>
              <a:gd name="connsiteY4" fmla="*/ 852854 h 2329962"/>
              <a:gd name="connsiteX0" fmla="*/ 0 w 3408789"/>
              <a:gd name="connsiteY0" fmla="*/ 852854 h 3516924"/>
              <a:gd name="connsiteX1" fmla="*/ 3408789 w 3408789"/>
              <a:gd name="connsiteY1" fmla="*/ 0 h 3516924"/>
              <a:gd name="connsiteX2" fmla="*/ 3408789 w 3408789"/>
              <a:gd name="connsiteY2" fmla="*/ 2329962 h 3516924"/>
              <a:gd name="connsiteX3" fmla="*/ 483577 w 3408789"/>
              <a:gd name="connsiteY3" fmla="*/ 3516924 h 3516924"/>
              <a:gd name="connsiteX4" fmla="*/ 0 w 3408789"/>
              <a:gd name="connsiteY4" fmla="*/ 852854 h 3516924"/>
              <a:gd name="connsiteX0" fmla="*/ 0 w 3417582"/>
              <a:gd name="connsiteY0" fmla="*/ 852854 h 3789485"/>
              <a:gd name="connsiteX1" fmla="*/ 3408789 w 3417582"/>
              <a:gd name="connsiteY1" fmla="*/ 0 h 3789485"/>
              <a:gd name="connsiteX2" fmla="*/ 3417582 w 3417582"/>
              <a:gd name="connsiteY2" fmla="*/ 3789485 h 3789485"/>
              <a:gd name="connsiteX3" fmla="*/ 483577 w 3417582"/>
              <a:gd name="connsiteY3" fmla="*/ 3516924 h 3789485"/>
              <a:gd name="connsiteX4" fmla="*/ 0 w 3417582"/>
              <a:gd name="connsiteY4" fmla="*/ 852854 h 3789485"/>
              <a:gd name="connsiteX0" fmla="*/ 0 w 3417582"/>
              <a:gd name="connsiteY0" fmla="*/ 852854 h 3789485"/>
              <a:gd name="connsiteX1" fmla="*/ 3408789 w 3417582"/>
              <a:gd name="connsiteY1" fmla="*/ 0 h 3789485"/>
              <a:gd name="connsiteX2" fmla="*/ 3417582 w 3417582"/>
              <a:gd name="connsiteY2" fmla="*/ 3789485 h 3789485"/>
              <a:gd name="connsiteX3" fmla="*/ 501162 w 3417582"/>
              <a:gd name="connsiteY3" fmla="*/ 3570549 h 3789485"/>
              <a:gd name="connsiteX4" fmla="*/ 0 w 3417582"/>
              <a:gd name="connsiteY4" fmla="*/ 852854 h 3789485"/>
              <a:gd name="connsiteX0" fmla="*/ 0 w 3408789"/>
              <a:gd name="connsiteY0" fmla="*/ 852854 h 3852049"/>
              <a:gd name="connsiteX1" fmla="*/ 3408789 w 3408789"/>
              <a:gd name="connsiteY1" fmla="*/ 0 h 3852049"/>
              <a:gd name="connsiteX2" fmla="*/ 3399997 w 3408789"/>
              <a:gd name="connsiteY2" fmla="*/ 3852049 h 3852049"/>
              <a:gd name="connsiteX3" fmla="*/ 501162 w 3408789"/>
              <a:gd name="connsiteY3" fmla="*/ 3570549 h 3852049"/>
              <a:gd name="connsiteX4" fmla="*/ 0 w 3408789"/>
              <a:gd name="connsiteY4" fmla="*/ 852854 h 3852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789" h="3852049">
                <a:moveTo>
                  <a:pt x="0" y="852854"/>
                </a:moveTo>
                <a:lnTo>
                  <a:pt x="3408789" y="0"/>
                </a:lnTo>
                <a:cubicBezTo>
                  <a:pt x="3405858" y="1284016"/>
                  <a:pt x="3402928" y="2568033"/>
                  <a:pt x="3399997" y="3852049"/>
                </a:cubicBezTo>
                <a:lnTo>
                  <a:pt x="501162" y="3570549"/>
                </a:lnTo>
                <a:lnTo>
                  <a:pt x="0" y="852854"/>
                </a:lnTo>
                <a:close/>
              </a:path>
            </a:pathLst>
          </a:custGeom>
          <a:no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DF9714C5-06E3-4370-A728-9DC7B080DE43}"/>
              </a:ext>
            </a:extLst>
          </p:cNvPr>
          <p:cNvSpPr txBox="1"/>
          <p:nvPr userDrawn="1"/>
        </p:nvSpPr>
        <p:spPr>
          <a:xfrm>
            <a:off x="6787662" y="4613375"/>
            <a:ext cx="1997563" cy="153888"/>
          </a:xfrm>
          <a:prstGeom prst="rect">
            <a:avLst/>
          </a:prstGeom>
          <a:noFill/>
        </p:spPr>
        <p:txBody>
          <a:bodyPr wrap="square" lIns="0" tIns="0" rIns="0" bIns="0" rtlCol="0">
            <a:spAutoFit/>
          </a:bodyPr>
          <a:lstStyle/>
          <a:p>
            <a:pPr algn="r"/>
            <a:r>
              <a:rPr lang="en-GB" sz="1000">
                <a:solidFill>
                  <a:schemeClr val="tx1"/>
                </a:solidFill>
              </a:rPr>
              <a:t>From </a:t>
            </a:r>
            <a:r>
              <a:rPr lang="en-GB" sz="1000" err="1">
                <a:solidFill>
                  <a:schemeClr val="tx1"/>
                </a:solidFill>
              </a:rPr>
              <a:t>insight</a:t>
            </a:r>
            <a:r>
              <a:rPr lang="en-GB" sz="1000">
                <a:solidFill>
                  <a:schemeClr val="tx1"/>
                </a:solidFill>
              </a:rPr>
              <a:t> </a:t>
            </a:r>
            <a:r>
              <a:rPr lang="en-GB" sz="1000" err="1">
                <a:solidFill>
                  <a:schemeClr val="tx1"/>
                </a:solidFill>
              </a:rPr>
              <a:t>to</a:t>
            </a:r>
            <a:r>
              <a:rPr lang="en-GB" sz="1000">
                <a:solidFill>
                  <a:schemeClr val="tx1"/>
                </a:solidFill>
              </a:rPr>
              <a:t> </a:t>
            </a:r>
            <a:r>
              <a:rPr lang="en-GB" sz="1000" err="1">
                <a:solidFill>
                  <a:schemeClr val="tx1"/>
                </a:solidFill>
              </a:rPr>
              <a:t>impact</a:t>
            </a:r>
            <a:r>
              <a:rPr lang="en-GB" sz="1000">
                <a:solidFill>
                  <a:schemeClr val="tx1"/>
                </a:solidFill>
              </a:rPr>
              <a:t>.</a:t>
            </a:r>
          </a:p>
        </p:txBody>
      </p:sp>
      <p:sp>
        <p:nvSpPr>
          <p:cNvPr id="10" name="Rectangle 9">
            <a:extLst>
              <a:ext uri="{FF2B5EF4-FFF2-40B4-BE49-F238E27FC236}">
                <a16:creationId xmlns:a16="http://schemas.microsoft.com/office/drawing/2014/main" id="{3E4AF4D0-D837-4E91-97F8-5213372D62BA}"/>
              </a:ext>
            </a:extLst>
          </p:cNvPr>
          <p:cNvSpPr/>
          <p:nvPr userDrawn="1"/>
        </p:nvSpPr>
        <p:spPr>
          <a:xfrm>
            <a:off x="5761585" y="450660"/>
            <a:ext cx="3408789" cy="3789400"/>
          </a:xfrm>
          <a:custGeom>
            <a:avLst/>
            <a:gdLst>
              <a:gd name="connsiteX0" fmla="*/ 0 w 1861343"/>
              <a:gd name="connsiteY0" fmla="*/ 0 h 2329962"/>
              <a:gd name="connsiteX1" fmla="*/ 1861343 w 1861343"/>
              <a:gd name="connsiteY1" fmla="*/ 0 h 2329962"/>
              <a:gd name="connsiteX2" fmla="*/ 1861343 w 1861343"/>
              <a:gd name="connsiteY2" fmla="*/ 2329962 h 2329962"/>
              <a:gd name="connsiteX3" fmla="*/ 0 w 1861343"/>
              <a:gd name="connsiteY3" fmla="*/ 2329962 h 2329962"/>
              <a:gd name="connsiteX4" fmla="*/ 0 w 1861343"/>
              <a:gd name="connsiteY4" fmla="*/ 0 h 2329962"/>
              <a:gd name="connsiteX0" fmla="*/ 0 w 3408789"/>
              <a:gd name="connsiteY0" fmla="*/ 852854 h 2329962"/>
              <a:gd name="connsiteX1" fmla="*/ 3408789 w 3408789"/>
              <a:gd name="connsiteY1" fmla="*/ 0 h 2329962"/>
              <a:gd name="connsiteX2" fmla="*/ 3408789 w 3408789"/>
              <a:gd name="connsiteY2" fmla="*/ 2329962 h 2329962"/>
              <a:gd name="connsiteX3" fmla="*/ 1547446 w 3408789"/>
              <a:gd name="connsiteY3" fmla="*/ 2329962 h 2329962"/>
              <a:gd name="connsiteX4" fmla="*/ 0 w 3408789"/>
              <a:gd name="connsiteY4" fmla="*/ 852854 h 2329962"/>
              <a:gd name="connsiteX0" fmla="*/ 0 w 3408789"/>
              <a:gd name="connsiteY0" fmla="*/ 852854 h 3516924"/>
              <a:gd name="connsiteX1" fmla="*/ 3408789 w 3408789"/>
              <a:gd name="connsiteY1" fmla="*/ 0 h 3516924"/>
              <a:gd name="connsiteX2" fmla="*/ 3408789 w 3408789"/>
              <a:gd name="connsiteY2" fmla="*/ 2329962 h 3516924"/>
              <a:gd name="connsiteX3" fmla="*/ 483577 w 3408789"/>
              <a:gd name="connsiteY3" fmla="*/ 3516924 h 3516924"/>
              <a:gd name="connsiteX4" fmla="*/ 0 w 3408789"/>
              <a:gd name="connsiteY4" fmla="*/ 852854 h 3516924"/>
              <a:gd name="connsiteX0" fmla="*/ 0 w 3417582"/>
              <a:gd name="connsiteY0" fmla="*/ 852854 h 3789485"/>
              <a:gd name="connsiteX1" fmla="*/ 3408789 w 3417582"/>
              <a:gd name="connsiteY1" fmla="*/ 0 h 3789485"/>
              <a:gd name="connsiteX2" fmla="*/ 3417582 w 3417582"/>
              <a:gd name="connsiteY2" fmla="*/ 3789485 h 3789485"/>
              <a:gd name="connsiteX3" fmla="*/ 483577 w 3417582"/>
              <a:gd name="connsiteY3" fmla="*/ 3516924 h 3789485"/>
              <a:gd name="connsiteX4" fmla="*/ 0 w 3417582"/>
              <a:gd name="connsiteY4" fmla="*/ 852854 h 3789485"/>
              <a:gd name="connsiteX0" fmla="*/ 0 w 3417582"/>
              <a:gd name="connsiteY0" fmla="*/ 852854 h 3789485"/>
              <a:gd name="connsiteX1" fmla="*/ 3408789 w 3417582"/>
              <a:gd name="connsiteY1" fmla="*/ 0 h 3789485"/>
              <a:gd name="connsiteX2" fmla="*/ 3417582 w 3417582"/>
              <a:gd name="connsiteY2" fmla="*/ 3789485 h 3789485"/>
              <a:gd name="connsiteX3" fmla="*/ 501162 w 3417582"/>
              <a:gd name="connsiteY3" fmla="*/ 3570549 h 3789485"/>
              <a:gd name="connsiteX4" fmla="*/ 0 w 3417582"/>
              <a:gd name="connsiteY4" fmla="*/ 852854 h 3789485"/>
              <a:gd name="connsiteX0" fmla="*/ 0 w 3408789"/>
              <a:gd name="connsiteY0" fmla="*/ 852854 h 3852049"/>
              <a:gd name="connsiteX1" fmla="*/ 3408789 w 3408789"/>
              <a:gd name="connsiteY1" fmla="*/ 0 h 3852049"/>
              <a:gd name="connsiteX2" fmla="*/ 3399997 w 3408789"/>
              <a:gd name="connsiteY2" fmla="*/ 3852049 h 3852049"/>
              <a:gd name="connsiteX3" fmla="*/ 501162 w 3408789"/>
              <a:gd name="connsiteY3" fmla="*/ 3570549 h 3852049"/>
              <a:gd name="connsiteX4" fmla="*/ 0 w 3408789"/>
              <a:gd name="connsiteY4" fmla="*/ 852854 h 3852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789" h="3852049">
                <a:moveTo>
                  <a:pt x="0" y="852854"/>
                </a:moveTo>
                <a:lnTo>
                  <a:pt x="3408789" y="0"/>
                </a:lnTo>
                <a:cubicBezTo>
                  <a:pt x="3405858" y="1284016"/>
                  <a:pt x="3402928" y="2568033"/>
                  <a:pt x="3399997" y="3852049"/>
                </a:cubicBezTo>
                <a:lnTo>
                  <a:pt x="501162" y="3570549"/>
                </a:lnTo>
                <a:lnTo>
                  <a:pt x="0" y="852854"/>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454048897" name="Rectangle 7" descr="{&quot;templafy&quot;:{&quot;id&quot;:&quot;60decd77-64bd-4728-8e67-94f71ea766de&quot;}}"/>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58775" y="313025"/>
            <a:ext cx="2221200" cy="460800"/>
          </a:xfrm>
          <a:prstGeom prst="rect">
            <a:avLst/>
          </a:prstGeom>
        </p:spPr>
      </p:pic>
      <p:sp>
        <p:nvSpPr>
          <p:cNvPr id="13" name="Title 4">
            <a:extLst>
              <a:ext uri="{FF2B5EF4-FFF2-40B4-BE49-F238E27FC236}">
                <a16:creationId xmlns:a16="http://schemas.microsoft.com/office/drawing/2014/main" id="{77013848-41F0-44AD-9301-BEF9A1A4878E}"/>
              </a:ext>
            </a:extLst>
          </p:cNvPr>
          <p:cNvSpPr>
            <a:spLocks noGrp="1"/>
          </p:cNvSpPr>
          <p:nvPr>
            <p:ph type="title"/>
          </p:nvPr>
        </p:nvSpPr>
        <p:spPr>
          <a:xfrm>
            <a:off x="827013" y="1276350"/>
            <a:ext cx="4503600" cy="1942874"/>
          </a:xfrm>
        </p:spPr>
        <p:txBody>
          <a:bodyPr anchor="b"/>
          <a:lstStyle>
            <a:lvl1pPr>
              <a:lnSpc>
                <a:spcPts val="4200"/>
              </a:lnSpc>
              <a:defRPr sz="4000">
                <a:latin typeface="Gill Sans Nova Light" panose="020B0302020104020203" pitchFamily="34" charset="0"/>
              </a:defRPr>
            </a:lvl1pPr>
          </a:lstStyle>
          <a:p>
            <a:r>
              <a:rPr lang="en-GB"/>
              <a:t>Click to edit Master title style</a:t>
            </a:r>
          </a:p>
        </p:txBody>
      </p:sp>
      <p:sp>
        <p:nvSpPr>
          <p:cNvPr id="14" name="Text Placeholder 6">
            <a:extLst>
              <a:ext uri="{FF2B5EF4-FFF2-40B4-BE49-F238E27FC236}">
                <a16:creationId xmlns:a16="http://schemas.microsoft.com/office/drawing/2014/main" id="{8245421C-670F-4227-B79D-994FE547F9A2}"/>
              </a:ext>
            </a:extLst>
          </p:cNvPr>
          <p:cNvSpPr>
            <a:spLocks noGrp="1"/>
          </p:cNvSpPr>
          <p:nvPr>
            <p:ph type="body" sz="quarter" idx="11"/>
          </p:nvPr>
        </p:nvSpPr>
        <p:spPr>
          <a:xfrm>
            <a:off x="831027" y="3452115"/>
            <a:ext cx="3650486" cy="1027810"/>
          </a:xfrm>
        </p:spPr>
        <p:txBody>
          <a:bodyPr>
            <a:normAutofit/>
          </a:bodyPr>
          <a:lstStyle>
            <a:lvl1pPr marL="0" indent="0">
              <a:spcAft>
                <a:spcPts val="0"/>
              </a:spcAft>
              <a:buFont typeface="Arial" panose="020B0604020202020204" pitchFamily="34" charset="0"/>
              <a:buNone/>
              <a:defRPr sz="1600"/>
            </a:lvl1pPr>
            <a:lvl2pPr marL="0" indent="0">
              <a:spcAft>
                <a:spcPts val="0"/>
              </a:spcAft>
              <a:buNone/>
              <a:defRPr sz="1600"/>
            </a:lvl2pPr>
            <a:lvl3pPr marL="0" indent="0">
              <a:spcAft>
                <a:spcPts val="0"/>
              </a:spcAft>
              <a:buNone/>
              <a:defRPr sz="1600"/>
            </a:lvl3pPr>
            <a:lvl4pPr marL="0" indent="0">
              <a:spcAft>
                <a:spcPts val="0"/>
              </a:spcAft>
              <a:buNone/>
              <a:defRPr sz="1600"/>
            </a:lvl4pPr>
            <a:lvl5pPr marL="0" indent="0">
              <a:spcAft>
                <a:spcPts val="0"/>
              </a:spcAft>
              <a:buNone/>
              <a:defRPr sz="1600"/>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1344516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mit Bild">
    <p:spTree>
      <p:nvGrpSpPr>
        <p:cNvPr id="1" name=""/>
        <p:cNvGrpSpPr/>
        <p:nvPr/>
      </p:nvGrpSpPr>
      <p:grpSpPr>
        <a:xfrm>
          <a:off x="0" y="0"/>
          <a:ext cx="0" cy="0"/>
          <a:chOff x="0" y="0"/>
          <a:chExt cx="0" cy="0"/>
        </a:xfrm>
      </p:grpSpPr>
      <p:pic>
        <p:nvPicPr>
          <p:cNvPr id="12" name="Picture 11" descr="A picture containing skating, building, ramp, board&#10;&#10;Description automatically generated">
            <a:extLst>
              <a:ext uri="{FF2B5EF4-FFF2-40B4-BE49-F238E27FC236}">
                <a16:creationId xmlns:a16="http://schemas.microsoft.com/office/drawing/2014/main" id="{71655C6F-D683-4181-8A76-C2CF9E2F41C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63683" y="0"/>
            <a:ext cx="3180318" cy="5143500"/>
          </a:xfrm>
          <a:prstGeom prst="rect">
            <a:avLst/>
          </a:prstGeom>
        </p:spPr>
      </p:pic>
      <p:sp>
        <p:nvSpPr>
          <p:cNvPr id="7" name="Freeform: Shape 6">
            <a:extLst>
              <a:ext uri="{FF2B5EF4-FFF2-40B4-BE49-F238E27FC236}">
                <a16:creationId xmlns:a16="http://schemas.microsoft.com/office/drawing/2014/main" id="{32FAFF1B-D695-4F04-8B58-692674CF4A5C}"/>
              </a:ext>
            </a:extLst>
          </p:cNvPr>
          <p:cNvSpPr>
            <a:spLocks noChangeAspect="1"/>
          </p:cNvSpPr>
          <p:nvPr userDrawn="1"/>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AA9D5294-8509-42D7-B32F-8FB3BCBBB9D0}"/>
              </a:ext>
            </a:extLst>
          </p:cNvPr>
          <p:cNvSpPr>
            <a:spLocks noGrp="1"/>
          </p:cNvSpPr>
          <p:nvPr>
            <p:ph type="title"/>
          </p:nvPr>
        </p:nvSpPr>
        <p:spPr>
          <a:xfrm>
            <a:off x="358775" y="376238"/>
            <a:ext cx="5464509" cy="675727"/>
          </a:xfrm>
        </p:spPr>
        <p:txBody>
          <a:bodyPr/>
          <a:lstStyle>
            <a:lvl1pPr>
              <a:lnSpc>
                <a:spcPts val="4400"/>
              </a:lnSpc>
              <a:defRPr sz="4000">
                <a:latin typeface="Gill Sans Nova Light" panose="020B0302020104020203" pitchFamily="34" charset="0"/>
              </a:defRPr>
            </a:lvl1pPr>
          </a:lstStyle>
          <a:p>
            <a:r>
              <a:rPr lang="en-GB"/>
              <a:t>Click to edit Master title style</a:t>
            </a:r>
          </a:p>
        </p:txBody>
      </p:sp>
      <p:sp>
        <p:nvSpPr>
          <p:cNvPr id="5" name="Text Placeholder 4">
            <a:extLst>
              <a:ext uri="{FF2B5EF4-FFF2-40B4-BE49-F238E27FC236}">
                <a16:creationId xmlns:a16="http://schemas.microsoft.com/office/drawing/2014/main" id="{47F3237B-A6D8-401E-A0E8-75ED37DDC0FA}"/>
              </a:ext>
            </a:extLst>
          </p:cNvPr>
          <p:cNvSpPr>
            <a:spLocks noGrp="1"/>
          </p:cNvSpPr>
          <p:nvPr>
            <p:ph type="body" sz="quarter" idx="13"/>
          </p:nvPr>
        </p:nvSpPr>
        <p:spPr>
          <a:xfrm>
            <a:off x="358775" y="1276350"/>
            <a:ext cx="5000404" cy="3203575"/>
          </a:xfrm>
        </p:spPr>
        <p:txBody>
          <a:bodyPr>
            <a:normAutofit/>
          </a:bodyPr>
          <a:lstStyle>
            <a:lvl1pPr marL="396000" indent="-396000">
              <a:spcAft>
                <a:spcPts val="600"/>
              </a:spcAft>
              <a:buFont typeface="+mj-lt"/>
              <a:buAutoNum type="arabicPeriod"/>
              <a:defRPr sz="1600"/>
            </a:lvl1pPr>
            <a:lvl2pPr marL="342900" indent="-342900">
              <a:spcAft>
                <a:spcPts val="600"/>
              </a:spcAft>
              <a:buFont typeface="+mj-lt"/>
              <a:buAutoNum type="arabicPeriod"/>
              <a:defRPr sz="1600"/>
            </a:lvl2pPr>
            <a:lvl3pPr marL="342900" indent="-342900">
              <a:spcAft>
                <a:spcPts val="600"/>
              </a:spcAft>
              <a:buFont typeface="+mj-lt"/>
              <a:buAutoNum type="arabicPeriod"/>
              <a:defRPr sz="1600"/>
            </a:lvl3pPr>
            <a:lvl4pPr marL="342900" indent="-342900">
              <a:spcAft>
                <a:spcPts val="600"/>
              </a:spcAft>
              <a:buFont typeface="+mj-lt"/>
              <a:buAutoNum type="arabicPeriod"/>
              <a:defRPr sz="1600"/>
            </a:lvl4pPr>
            <a:lvl5pPr marL="342900" indent="-342900">
              <a:spcAft>
                <a:spcPts val="600"/>
              </a:spcAft>
              <a:buFont typeface="+mj-lt"/>
              <a:buAutoNum type="arabicPeriod"/>
              <a:defRPr sz="1600"/>
            </a:lvl5pPr>
          </a:lstStyle>
          <a:p>
            <a:pPr lvl="0"/>
            <a:r>
              <a:rPr lang="en-GB"/>
              <a:t>Click to edit Master text styles</a:t>
            </a:r>
          </a:p>
        </p:txBody>
      </p:sp>
      <p:sp>
        <p:nvSpPr>
          <p:cNvPr id="6" name="Slide Number Placeholder 5">
            <a:extLst>
              <a:ext uri="{FF2B5EF4-FFF2-40B4-BE49-F238E27FC236}">
                <a16:creationId xmlns:a16="http://schemas.microsoft.com/office/drawing/2014/main" id="{8E64CDDE-58C2-4810-8B30-D17CF249E28D}"/>
              </a:ext>
            </a:extLst>
          </p:cNvPr>
          <p:cNvSpPr>
            <a:spLocks noGrp="1"/>
          </p:cNvSpPr>
          <p:nvPr>
            <p:ph type="sldNum" sz="quarter" idx="16"/>
          </p:nvPr>
        </p:nvSpPr>
        <p:spPr/>
        <p:txBody>
          <a:bodyPr/>
          <a:lstStyle/>
          <a:p>
            <a:fld id="{7559FC98-AF75-4A00-A03C-DF9FEBF6BCB9}" type="slidenum">
              <a:rPr lang="en-GB" smtClean="0"/>
              <a:pPr/>
              <a:t>‹#›</a:t>
            </a:fld>
            <a:endParaRPr lang="en-GB"/>
          </a:p>
        </p:txBody>
      </p:sp>
      <p:sp>
        <p:nvSpPr>
          <p:cNvPr id="8" name="Rectangle 7" descr="{&quot;templafy&quot;:{&quot;id&quot;:&quot;d14a7a3d-8c0e-42c3-af8f-2b1159ed47d5&quot;}}">
            <a:extLst>
              <a:ext uri="{FF2B5EF4-FFF2-40B4-BE49-F238E27FC236}">
                <a16:creationId xmlns:a16="http://schemas.microsoft.com/office/drawing/2014/main" id="{E6F37757-2E2F-45B4-8E6C-0B6588D2DCE2}"/>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a:solidFill>
                  <a:schemeClr val="tx1"/>
                </a:solidFill>
              </a:rPr>
              <a:t>13 April 2023</a:t>
            </a:r>
          </a:p>
        </p:txBody>
      </p:sp>
      <p:sp>
        <p:nvSpPr>
          <p:cNvPr id="10" name="Rectangle 9" descr="{&quot;templafy&quot;:{&quot;id&quot;:&quot;c3b84be9-0e72-4c1c-9da1-6b054c3b2ed9&quot;}}">
            <a:extLst>
              <a:ext uri="{FF2B5EF4-FFF2-40B4-BE49-F238E27FC236}">
                <a16:creationId xmlns:a16="http://schemas.microsoft.com/office/drawing/2014/main" id="{AA1C14F3-85E4-47DF-A8F9-0A6C945C6727}"/>
              </a:ext>
            </a:extLst>
          </p:cNvPr>
          <p:cNvSpPr/>
          <p:nvPr userDrawn="1"/>
        </p:nvSpPr>
        <p:spPr>
          <a:xfrm>
            <a:off x="2516261" y="4767263"/>
            <a:ext cx="3307023"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endParaRPr lang="en-GB" sz="800">
              <a:solidFill>
                <a:schemeClr val="tx1"/>
              </a:solidFill>
            </a:endParaRPr>
          </a:p>
        </p:txBody>
      </p:sp>
      <p:pic>
        <p:nvPicPr>
          <p:cNvPr id="793535704" name="Rectangle 10" descr="{&quot;templafy&quot;:{&quot;id&quot;:&quot;e102212e-2977-4411-922d-25ee19f9a88e&quot;}}"/>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58775" y="4668427"/>
            <a:ext cx="1026000" cy="212400"/>
          </a:xfrm>
          <a:prstGeom prst="rect">
            <a:avLst/>
          </a:prstGeom>
        </p:spPr>
      </p:pic>
      <p:sp>
        <p:nvSpPr>
          <p:cNvPr id="13" name="Rectangle 12" descr="{&quot;templafy&quot;:{&quot;id&quot;:&quot;66bab877-0e7b-4bec-af7a-b785cef9e42e&quot;}}" hidden="1">
            <a:extLst>
              <a:ext uri="{FF2B5EF4-FFF2-40B4-BE49-F238E27FC236}">
                <a16:creationId xmlns:a16="http://schemas.microsoft.com/office/drawing/2014/main" id="{829DC8B1-9D54-4E8C-B174-7B9355FD57F9}"/>
              </a:ext>
            </a:extLst>
          </p:cNvPr>
          <p:cNvSpPr/>
          <p:nvPr userDrawn="1"/>
        </p:nvSpPr>
        <p:spPr>
          <a:xfrm>
            <a:off x="358775" y="4768290"/>
            <a:ext cx="2569063" cy="188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u="none">
                <a:solidFill>
                  <a:schemeClr val="tx1"/>
                </a:solidFill>
              </a:rPr>
              <a:t>University of St.Gallen</a:t>
            </a:r>
          </a:p>
        </p:txBody>
      </p:sp>
    </p:spTree>
    <p:extLst>
      <p:ext uri="{BB962C8B-B14F-4D97-AF65-F5344CB8AC3E}">
        <p14:creationId xmlns:p14="http://schemas.microsoft.com/office/powerpoint/2010/main" val="2341394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Kapiteltrenner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B88CA-EB6E-49E8-8E20-86448C5223EB}"/>
              </a:ext>
            </a:extLst>
          </p:cNvPr>
          <p:cNvSpPr>
            <a:spLocks noGrp="1"/>
          </p:cNvSpPr>
          <p:nvPr>
            <p:ph type="title"/>
          </p:nvPr>
        </p:nvSpPr>
        <p:spPr>
          <a:xfrm>
            <a:off x="1548000" y="376238"/>
            <a:ext cx="7237225" cy="2496171"/>
          </a:xfrm>
        </p:spPr>
        <p:txBody>
          <a:bodyPr anchor="b">
            <a:normAutofit/>
          </a:bodyPr>
          <a:lstStyle>
            <a:lvl1pPr marL="0" indent="0" algn="l">
              <a:lnSpc>
                <a:spcPts val="5200"/>
              </a:lnSpc>
              <a:buFont typeface="+mj-lt"/>
              <a:buNone/>
              <a:defRPr sz="5000">
                <a:solidFill>
                  <a:schemeClr val="bg2"/>
                </a:solidFill>
                <a:latin typeface="Gill Sans Nova Light" panose="020B0302020104020203" pitchFamily="34" charset="0"/>
              </a:defRPr>
            </a:lvl1pPr>
          </a:lstStyle>
          <a:p>
            <a:r>
              <a:rPr lang="en-GB"/>
              <a:t>Click to edit Master title style</a:t>
            </a:r>
          </a:p>
        </p:txBody>
      </p:sp>
      <p:sp>
        <p:nvSpPr>
          <p:cNvPr id="3" name="Text Placeholder 2">
            <a:extLst>
              <a:ext uri="{FF2B5EF4-FFF2-40B4-BE49-F238E27FC236}">
                <a16:creationId xmlns:a16="http://schemas.microsoft.com/office/drawing/2014/main" id="{93182261-379D-435B-BB30-A2A9B6CF3E6F}"/>
              </a:ext>
            </a:extLst>
          </p:cNvPr>
          <p:cNvSpPr>
            <a:spLocks noGrp="1"/>
          </p:cNvSpPr>
          <p:nvPr>
            <p:ph type="body" idx="1"/>
          </p:nvPr>
        </p:nvSpPr>
        <p:spPr>
          <a:xfrm>
            <a:off x="1548000" y="3001618"/>
            <a:ext cx="6025617" cy="1478308"/>
          </a:xfrm>
        </p:spPr>
        <p:txBody>
          <a:bodyPr>
            <a:normAutofit/>
          </a:bodyPr>
          <a:lstStyle>
            <a:lvl1pPr marL="0" indent="0">
              <a:buNone/>
              <a:defRPr sz="2400">
                <a:solidFill>
                  <a:schemeClr val="bg2"/>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8" name="Freeform 7">
            <a:extLst>
              <a:ext uri="{FF2B5EF4-FFF2-40B4-BE49-F238E27FC236}">
                <a16:creationId xmlns:a16="http://schemas.microsoft.com/office/drawing/2014/main" id="{44F0F4DE-061A-E5A8-A255-3561D7280481}"/>
              </a:ext>
            </a:extLst>
          </p:cNvPr>
          <p:cNvSpPr>
            <a:spLocks noChangeAspect="1"/>
          </p:cNvSpPr>
          <p:nvPr userDrawn="1"/>
        </p:nvSpPr>
        <p:spPr>
          <a:xfrm>
            <a:off x="4572001" y="3166310"/>
            <a:ext cx="4572000" cy="1977190"/>
          </a:xfrm>
          <a:custGeom>
            <a:avLst/>
            <a:gdLst>
              <a:gd name="connsiteX0" fmla="*/ 4572000 w 4572000"/>
              <a:gd name="connsiteY0" fmla="*/ 0 h 1977190"/>
              <a:gd name="connsiteX1" fmla="*/ 4572000 w 4572000"/>
              <a:gd name="connsiteY1" fmla="*/ 1977190 h 1977190"/>
              <a:gd name="connsiteX2" fmla="*/ 166706 w 4572000"/>
              <a:gd name="connsiteY2" fmla="*/ 1977190 h 1977190"/>
              <a:gd name="connsiteX3" fmla="*/ 0 w 4572000"/>
              <a:gd name="connsiteY3" fmla="*/ 1046862 h 1977190"/>
            </a:gdLst>
            <a:ahLst/>
            <a:cxnLst>
              <a:cxn ang="0">
                <a:pos x="connsiteX0" y="connsiteY0"/>
              </a:cxn>
              <a:cxn ang="0">
                <a:pos x="connsiteX1" y="connsiteY1"/>
              </a:cxn>
              <a:cxn ang="0">
                <a:pos x="connsiteX2" y="connsiteY2"/>
              </a:cxn>
              <a:cxn ang="0">
                <a:pos x="connsiteX3" y="connsiteY3"/>
              </a:cxn>
            </a:cxnLst>
            <a:rect l="l" t="t" r="r" b="b"/>
            <a:pathLst>
              <a:path w="4572000" h="1977190">
                <a:moveTo>
                  <a:pt x="4572000" y="0"/>
                </a:moveTo>
                <a:lnTo>
                  <a:pt x="4572000" y="1977190"/>
                </a:lnTo>
                <a:lnTo>
                  <a:pt x="166706" y="1977190"/>
                </a:lnTo>
                <a:lnTo>
                  <a:pt x="0" y="1046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1867247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apiteltrenner 2">
    <p:bg>
      <p:bgPr>
        <a:solidFill>
          <a:schemeClr val="bg2"/>
        </a:solid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DC68F798-C07C-4BF8-8573-0552735B83EA}"/>
              </a:ext>
            </a:extLst>
          </p:cNvPr>
          <p:cNvSpPr>
            <a:spLocks noGrp="1"/>
          </p:cNvSpPr>
          <p:nvPr>
            <p:ph type="pic" sz="quarter" idx="11"/>
          </p:nvPr>
        </p:nvSpPr>
        <p:spPr>
          <a:xfrm>
            <a:off x="0" y="0"/>
            <a:ext cx="9144000" cy="5143500"/>
          </a:xfrm>
        </p:spPr>
        <p:txBody>
          <a:bodyPr/>
          <a:lstStyle/>
          <a:p>
            <a:r>
              <a:rPr lang="en-GB"/>
              <a:t>Click icon to add picture</a:t>
            </a:r>
          </a:p>
        </p:txBody>
      </p:sp>
      <p:sp>
        <p:nvSpPr>
          <p:cNvPr id="2" name="Title 1">
            <a:extLst>
              <a:ext uri="{FF2B5EF4-FFF2-40B4-BE49-F238E27FC236}">
                <a16:creationId xmlns:a16="http://schemas.microsoft.com/office/drawing/2014/main" id="{874B88CA-EB6E-49E8-8E20-86448C5223EB}"/>
              </a:ext>
            </a:extLst>
          </p:cNvPr>
          <p:cNvSpPr>
            <a:spLocks noGrp="1"/>
          </p:cNvSpPr>
          <p:nvPr>
            <p:ph type="title"/>
          </p:nvPr>
        </p:nvSpPr>
        <p:spPr>
          <a:xfrm>
            <a:off x="1548000" y="376238"/>
            <a:ext cx="7237225" cy="2496171"/>
          </a:xfrm>
        </p:spPr>
        <p:txBody>
          <a:bodyPr anchor="b">
            <a:normAutofit/>
          </a:bodyPr>
          <a:lstStyle>
            <a:lvl1pPr marL="0" indent="0" algn="l">
              <a:lnSpc>
                <a:spcPts val="5200"/>
              </a:lnSpc>
              <a:buFont typeface="+mj-lt"/>
              <a:buNone/>
              <a:defRPr sz="5000">
                <a:solidFill>
                  <a:schemeClr val="tx1"/>
                </a:solidFill>
                <a:latin typeface="Gill Sans Nova Light" panose="020B0302020104020203" pitchFamily="34" charset="0"/>
              </a:defRPr>
            </a:lvl1pPr>
          </a:lstStyle>
          <a:p>
            <a:r>
              <a:rPr lang="en-GB"/>
              <a:t>Click to edit Master title style</a:t>
            </a:r>
          </a:p>
        </p:txBody>
      </p:sp>
      <p:sp>
        <p:nvSpPr>
          <p:cNvPr id="3" name="Text Placeholder 2">
            <a:extLst>
              <a:ext uri="{FF2B5EF4-FFF2-40B4-BE49-F238E27FC236}">
                <a16:creationId xmlns:a16="http://schemas.microsoft.com/office/drawing/2014/main" id="{93182261-379D-435B-BB30-A2A9B6CF3E6F}"/>
              </a:ext>
            </a:extLst>
          </p:cNvPr>
          <p:cNvSpPr>
            <a:spLocks noGrp="1"/>
          </p:cNvSpPr>
          <p:nvPr>
            <p:ph type="body" idx="1"/>
          </p:nvPr>
        </p:nvSpPr>
        <p:spPr>
          <a:xfrm>
            <a:off x="1548000" y="3001618"/>
            <a:ext cx="6025617" cy="1478308"/>
          </a:xfrm>
        </p:spPr>
        <p:txBody>
          <a:bodyPr>
            <a:normAutofit/>
          </a:bodyPr>
          <a:lstStyle>
            <a:lvl1pPr marL="0" indent="0">
              <a:buNone/>
              <a:defRPr sz="24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Tree>
    <p:extLst>
      <p:ext uri="{BB962C8B-B14F-4D97-AF65-F5344CB8AC3E}">
        <p14:creationId xmlns:p14="http://schemas.microsoft.com/office/powerpoint/2010/main" val="2251138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 zwei Content">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5543F47-BCA1-4586-9B7A-452F67C480C8}"/>
              </a:ext>
            </a:extLst>
          </p:cNvPr>
          <p:cNvSpPr>
            <a:spLocks noChangeAspect="1"/>
          </p:cNvSpPr>
          <p:nvPr userDrawn="1"/>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FE04952E-FCB6-493B-899A-78F0FFCB3F2D}"/>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8CD7A6B4-FE62-49DA-AB92-A00E16DDD412}"/>
              </a:ext>
            </a:extLst>
          </p:cNvPr>
          <p:cNvSpPr>
            <a:spLocks noGrp="1"/>
          </p:cNvSpPr>
          <p:nvPr>
            <p:ph sz="half" idx="1"/>
          </p:nvPr>
        </p:nvSpPr>
        <p:spPr>
          <a:xfrm>
            <a:off x="358776" y="1276349"/>
            <a:ext cx="4122738" cy="3203576"/>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E44DB25E-F340-4288-90DE-3831A8F49925}"/>
              </a:ext>
            </a:extLst>
          </p:cNvPr>
          <p:cNvSpPr>
            <a:spLocks noGrp="1"/>
          </p:cNvSpPr>
          <p:nvPr>
            <p:ph sz="half" idx="2"/>
          </p:nvPr>
        </p:nvSpPr>
        <p:spPr>
          <a:xfrm>
            <a:off x="4662487" y="1276350"/>
            <a:ext cx="4122737" cy="3203575"/>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Slide Number Placeholder 11">
            <a:extLst>
              <a:ext uri="{FF2B5EF4-FFF2-40B4-BE49-F238E27FC236}">
                <a16:creationId xmlns:a16="http://schemas.microsoft.com/office/drawing/2014/main" id="{E2CF5E38-DB35-4A9B-8D0E-E97D18CDB2BC}"/>
              </a:ext>
            </a:extLst>
          </p:cNvPr>
          <p:cNvSpPr>
            <a:spLocks noGrp="1"/>
          </p:cNvSpPr>
          <p:nvPr>
            <p:ph type="sldNum" sz="quarter" idx="16"/>
          </p:nvPr>
        </p:nvSpPr>
        <p:spPr/>
        <p:txBody>
          <a:bodyPr/>
          <a:lstStyle/>
          <a:p>
            <a:fld id="{7559FC98-AF75-4A00-A03C-DF9FEBF6BCB9}" type="slidenum">
              <a:rPr lang="en-GB" smtClean="0"/>
              <a:pPr/>
              <a:t>‹#›</a:t>
            </a:fld>
            <a:endParaRPr lang="en-GB"/>
          </a:p>
        </p:txBody>
      </p:sp>
      <p:sp>
        <p:nvSpPr>
          <p:cNvPr id="15" name="Rectangle 14" descr="{&quot;templafy&quot;:{&quot;id&quot;:&quot;998101ba-23e1-42ef-b9b8-eabf8c3fb3a9&quot;}}">
            <a:extLst>
              <a:ext uri="{FF2B5EF4-FFF2-40B4-BE49-F238E27FC236}">
                <a16:creationId xmlns:a16="http://schemas.microsoft.com/office/drawing/2014/main" id="{6247B37A-A555-44A3-BECD-66BD8151E865}"/>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a:solidFill>
                  <a:schemeClr val="tx1"/>
                </a:solidFill>
              </a:rPr>
              <a:t>13 April 2023</a:t>
            </a:r>
          </a:p>
        </p:txBody>
      </p:sp>
      <p:pic>
        <p:nvPicPr>
          <p:cNvPr id="95469111" name="Rectangle 4" descr="{&quot;templafy&quot;:{&quot;id&quot;:&quot;4353aa10-fc26-4375-83bf-5d9e44226dd4&quot;}}"/>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8775" y="4668427"/>
            <a:ext cx="1026000" cy="212400"/>
          </a:xfrm>
          <a:prstGeom prst="rect">
            <a:avLst/>
          </a:prstGeom>
        </p:spPr>
      </p:pic>
      <p:sp>
        <p:nvSpPr>
          <p:cNvPr id="6" name="Rectangle 5" descr="{&quot;templafy&quot;:{&quot;id&quot;:&quot;c87b8b26-9378-48c4-a634-e3835b39cec4&quot;}}">
            <a:extLst>
              <a:ext uri="{FF2B5EF4-FFF2-40B4-BE49-F238E27FC236}">
                <a16:creationId xmlns:a16="http://schemas.microsoft.com/office/drawing/2014/main" id="{4E03CCCD-CB66-429F-BC77-64B5370808F2}"/>
              </a:ext>
            </a:extLst>
          </p:cNvPr>
          <p:cNvSpPr/>
          <p:nvPr userDrawn="1"/>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endParaRPr lang="en-GB" sz="800">
              <a:solidFill>
                <a:schemeClr val="tx1"/>
              </a:solidFill>
            </a:endParaRPr>
          </a:p>
        </p:txBody>
      </p:sp>
      <p:sp>
        <p:nvSpPr>
          <p:cNvPr id="7" name="Rectangle 6" descr="{&quot;templafy&quot;:{&quot;id&quot;:&quot;9bed5199-5914-4637-8200-fa82f31aba43&quot;}}" hidden="1">
            <a:extLst>
              <a:ext uri="{FF2B5EF4-FFF2-40B4-BE49-F238E27FC236}">
                <a16:creationId xmlns:a16="http://schemas.microsoft.com/office/drawing/2014/main" id="{B915E154-BDC4-452C-BDE7-882BE349B509}"/>
              </a:ext>
            </a:extLst>
          </p:cNvPr>
          <p:cNvSpPr/>
          <p:nvPr userDrawn="1"/>
        </p:nvSpPr>
        <p:spPr>
          <a:xfrm>
            <a:off x="358775" y="4768290"/>
            <a:ext cx="2569063" cy="188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u="none">
                <a:solidFill>
                  <a:schemeClr val="tx1"/>
                </a:solidFill>
              </a:rPr>
              <a:t>University of St.Gallen</a:t>
            </a:r>
          </a:p>
        </p:txBody>
      </p:sp>
    </p:spTree>
    <p:extLst>
      <p:ext uri="{BB962C8B-B14F-4D97-AF65-F5344CB8AC3E}">
        <p14:creationId xmlns:p14="http://schemas.microsoft.com/office/powerpoint/2010/main" val="850542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el und Content">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32FAFF1B-D695-4F04-8B58-692674CF4A5C}"/>
              </a:ext>
            </a:extLst>
          </p:cNvPr>
          <p:cNvSpPr>
            <a:spLocks noChangeAspect="1"/>
          </p:cNvSpPr>
          <p:nvPr userDrawn="1"/>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AA9D5294-8509-42D7-B32F-8FB3BCBBB9D0}"/>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1B1DFF60-9E69-4915-A0DD-67FF253288CC}"/>
              </a:ext>
            </a:extLst>
          </p:cNvPr>
          <p:cNvSpPr>
            <a:spLocks noGrp="1"/>
          </p:cNvSpPr>
          <p:nvPr>
            <p:ph idx="1"/>
          </p:nvPr>
        </p:nvSpPr>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Slide Number Placeholder 9">
            <a:extLst>
              <a:ext uri="{FF2B5EF4-FFF2-40B4-BE49-F238E27FC236}">
                <a16:creationId xmlns:a16="http://schemas.microsoft.com/office/drawing/2014/main" id="{1CB9FAC9-1E0D-44F5-8B7F-C8D103F40B80}"/>
              </a:ext>
            </a:extLst>
          </p:cNvPr>
          <p:cNvSpPr>
            <a:spLocks noGrp="1"/>
          </p:cNvSpPr>
          <p:nvPr>
            <p:ph type="sldNum" sz="quarter" idx="12"/>
          </p:nvPr>
        </p:nvSpPr>
        <p:spPr>
          <a:xfrm>
            <a:off x="8570473" y="4767263"/>
            <a:ext cx="214752" cy="273844"/>
          </a:xfrm>
        </p:spPr>
        <p:txBody>
          <a:bodyPr/>
          <a:lstStyle>
            <a:lvl1pPr>
              <a:defRPr>
                <a:solidFill>
                  <a:schemeClr val="bg2"/>
                </a:solidFill>
              </a:defRPr>
            </a:lvl1pPr>
          </a:lstStyle>
          <a:p>
            <a:fld id="{7559FC98-AF75-4A00-A03C-DF9FEBF6BCB9}" type="slidenum">
              <a:rPr lang="en-GB" smtClean="0"/>
              <a:pPr/>
              <a:t>‹#›</a:t>
            </a:fld>
            <a:endParaRPr lang="en-GB"/>
          </a:p>
        </p:txBody>
      </p:sp>
      <p:sp>
        <p:nvSpPr>
          <p:cNvPr id="11" name="Rectangle 10" descr="{&quot;templafy&quot;:{&quot;id&quot;:&quot;2670855d-7d16-4563-ba4d-ffddf95873a4&quot;}}">
            <a:extLst>
              <a:ext uri="{FF2B5EF4-FFF2-40B4-BE49-F238E27FC236}">
                <a16:creationId xmlns:a16="http://schemas.microsoft.com/office/drawing/2014/main" id="{47453508-BA4F-4ACB-B108-B3791E88CD55}"/>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a:solidFill>
                  <a:schemeClr val="tx1"/>
                </a:solidFill>
              </a:rPr>
              <a:t>13 April 2023</a:t>
            </a:r>
          </a:p>
        </p:txBody>
      </p:sp>
      <p:pic>
        <p:nvPicPr>
          <p:cNvPr id="1490617603" name="Rectangle 11" descr="{&quot;templafy&quot;:{&quot;id&quot;:&quot;92085b67-4d25-4e3b-b499-21b485904de3&quot;}}"/>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8775" y="4668427"/>
            <a:ext cx="1026000" cy="212400"/>
          </a:xfrm>
          <a:prstGeom prst="rect">
            <a:avLst/>
          </a:prstGeom>
        </p:spPr>
      </p:pic>
      <p:sp>
        <p:nvSpPr>
          <p:cNvPr id="13" name="Rectangle 12" descr="{&quot;templafy&quot;:{&quot;id&quot;:&quot;717b1a50-8044-4c4f-bcfe-bf14133eefec&quot;}}">
            <a:extLst>
              <a:ext uri="{FF2B5EF4-FFF2-40B4-BE49-F238E27FC236}">
                <a16:creationId xmlns:a16="http://schemas.microsoft.com/office/drawing/2014/main" id="{B5B29C83-7B2A-4E20-895A-585B8348684F}"/>
              </a:ext>
            </a:extLst>
          </p:cNvPr>
          <p:cNvSpPr/>
          <p:nvPr userDrawn="1"/>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endParaRPr lang="en-GB" sz="800">
              <a:solidFill>
                <a:schemeClr val="tx1"/>
              </a:solidFill>
            </a:endParaRPr>
          </a:p>
        </p:txBody>
      </p:sp>
      <p:sp>
        <p:nvSpPr>
          <p:cNvPr id="9" name="Rectangle 8" descr="{&quot;templafy&quot;:{&quot;id&quot;:&quot;b8fee4cb-bf04-4c00-a543-551aae831616&quot;}}" hidden="1">
            <a:extLst>
              <a:ext uri="{FF2B5EF4-FFF2-40B4-BE49-F238E27FC236}">
                <a16:creationId xmlns:a16="http://schemas.microsoft.com/office/drawing/2014/main" id="{2B2F7145-7DCA-4B3F-A8AE-07622CB5DF8E}"/>
              </a:ext>
            </a:extLst>
          </p:cNvPr>
          <p:cNvSpPr/>
          <p:nvPr userDrawn="1"/>
        </p:nvSpPr>
        <p:spPr>
          <a:xfrm>
            <a:off x="358775" y="4768290"/>
            <a:ext cx="2569063" cy="188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u="none">
                <a:solidFill>
                  <a:schemeClr val="tx1"/>
                </a:solidFill>
              </a:rPr>
              <a:t>University of St.Gallen</a:t>
            </a:r>
          </a:p>
        </p:txBody>
      </p:sp>
    </p:spTree>
    <p:extLst>
      <p:ext uri="{BB962C8B-B14F-4D97-AF65-F5344CB8AC3E}">
        <p14:creationId xmlns:p14="http://schemas.microsoft.com/office/powerpoint/2010/main" val="4154111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und zwei Bilder">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B4469C7-7D0E-49E1-8F7D-6E7D287176ED}"/>
              </a:ext>
            </a:extLst>
          </p:cNvPr>
          <p:cNvSpPr>
            <a:spLocks noChangeAspect="1"/>
          </p:cNvSpPr>
          <p:nvPr userDrawn="1"/>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FE04952E-FCB6-493B-899A-78F0FFCB3F2D}"/>
              </a:ext>
            </a:extLst>
          </p:cNvPr>
          <p:cNvSpPr>
            <a:spLocks noGrp="1"/>
          </p:cNvSpPr>
          <p:nvPr>
            <p:ph type="title"/>
          </p:nvPr>
        </p:nvSpPr>
        <p:spPr/>
        <p:txBody>
          <a:bodyPr/>
          <a:lstStyle/>
          <a:p>
            <a:r>
              <a:rPr lang="en-GB"/>
              <a:t>Click to edit Master title style</a:t>
            </a:r>
          </a:p>
        </p:txBody>
      </p:sp>
      <p:sp>
        <p:nvSpPr>
          <p:cNvPr id="7" name="Slide Number Placeholder 6">
            <a:extLst>
              <a:ext uri="{FF2B5EF4-FFF2-40B4-BE49-F238E27FC236}">
                <a16:creationId xmlns:a16="http://schemas.microsoft.com/office/drawing/2014/main" id="{7AD794AC-1E69-4E4D-9E6D-26F34827B225}"/>
              </a:ext>
            </a:extLst>
          </p:cNvPr>
          <p:cNvSpPr>
            <a:spLocks noGrp="1"/>
          </p:cNvSpPr>
          <p:nvPr>
            <p:ph type="sldNum" sz="quarter" idx="12"/>
          </p:nvPr>
        </p:nvSpPr>
        <p:spPr/>
        <p:txBody>
          <a:bodyPr/>
          <a:lstStyle/>
          <a:p>
            <a:fld id="{7559FC98-AF75-4A00-A03C-DF9FEBF6BCB9}" type="slidenum">
              <a:rPr lang="en-GB" smtClean="0"/>
              <a:t>‹#›</a:t>
            </a:fld>
            <a:endParaRPr lang="en-GB"/>
          </a:p>
        </p:txBody>
      </p:sp>
      <p:sp>
        <p:nvSpPr>
          <p:cNvPr id="10" name="Picture Placeholder 9">
            <a:extLst>
              <a:ext uri="{FF2B5EF4-FFF2-40B4-BE49-F238E27FC236}">
                <a16:creationId xmlns:a16="http://schemas.microsoft.com/office/drawing/2014/main" id="{46547A73-96B4-4B49-A320-28015EA72F84}"/>
              </a:ext>
            </a:extLst>
          </p:cNvPr>
          <p:cNvSpPr>
            <a:spLocks noGrp="1"/>
          </p:cNvSpPr>
          <p:nvPr>
            <p:ph type="pic" sz="quarter" idx="14"/>
          </p:nvPr>
        </p:nvSpPr>
        <p:spPr>
          <a:xfrm>
            <a:off x="358774" y="1276350"/>
            <a:ext cx="4213225" cy="3203576"/>
          </a:xfrm>
        </p:spPr>
        <p:txBody>
          <a:bodyPr/>
          <a:lstStyle/>
          <a:p>
            <a:r>
              <a:rPr lang="en-GB"/>
              <a:t>Click icon to add picture</a:t>
            </a:r>
          </a:p>
        </p:txBody>
      </p:sp>
      <p:sp>
        <p:nvSpPr>
          <p:cNvPr id="11" name="Picture Placeholder 9">
            <a:extLst>
              <a:ext uri="{FF2B5EF4-FFF2-40B4-BE49-F238E27FC236}">
                <a16:creationId xmlns:a16="http://schemas.microsoft.com/office/drawing/2014/main" id="{43F6FA5C-D25E-4346-815E-CF6B33F724AB}"/>
              </a:ext>
            </a:extLst>
          </p:cNvPr>
          <p:cNvSpPr>
            <a:spLocks noGrp="1"/>
          </p:cNvSpPr>
          <p:nvPr>
            <p:ph type="pic" sz="quarter" idx="15"/>
          </p:nvPr>
        </p:nvSpPr>
        <p:spPr>
          <a:xfrm>
            <a:off x="4572000" y="1276350"/>
            <a:ext cx="4213225" cy="3203575"/>
          </a:xfrm>
        </p:spPr>
        <p:txBody>
          <a:bodyPr/>
          <a:lstStyle/>
          <a:p>
            <a:r>
              <a:rPr lang="en-GB"/>
              <a:t>Click icon to add picture</a:t>
            </a:r>
          </a:p>
        </p:txBody>
      </p:sp>
      <p:sp>
        <p:nvSpPr>
          <p:cNvPr id="12" name="Rectangle 11" descr="{&quot;templafy&quot;:{&quot;id&quot;:&quot;8ccffac5-81b5-49a3-af34-c705273d4f11&quot;}}">
            <a:extLst>
              <a:ext uri="{FF2B5EF4-FFF2-40B4-BE49-F238E27FC236}">
                <a16:creationId xmlns:a16="http://schemas.microsoft.com/office/drawing/2014/main" id="{A6CE9D3B-0E1D-4168-8639-F0D1F5FF77B1}"/>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a:solidFill>
                  <a:schemeClr val="tx1"/>
                </a:solidFill>
              </a:rPr>
              <a:t>13 April 2023</a:t>
            </a:r>
          </a:p>
        </p:txBody>
      </p:sp>
      <p:pic>
        <p:nvPicPr>
          <p:cNvPr id="390671959" name="Rectangle 13" descr="{&quot;templafy&quot;:{&quot;id&quot;:&quot;f0058900-6578-49db-9afd-eedb22c1bb43&quot;}}"/>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8775" y="4668427"/>
            <a:ext cx="1026000" cy="212400"/>
          </a:xfrm>
          <a:prstGeom prst="rect">
            <a:avLst/>
          </a:prstGeom>
        </p:spPr>
      </p:pic>
      <p:sp>
        <p:nvSpPr>
          <p:cNvPr id="13" name="Rectangle 12" descr="{&quot;templafy&quot;:{&quot;id&quot;:&quot;94ef05c5-c7ec-4c0f-bc9e-e856c4f70d4b&quot;}}">
            <a:extLst>
              <a:ext uri="{FF2B5EF4-FFF2-40B4-BE49-F238E27FC236}">
                <a16:creationId xmlns:a16="http://schemas.microsoft.com/office/drawing/2014/main" id="{D1217118-5A25-4DE0-99F7-B3460244BBBE}"/>
              </a:ext>
            </a:extLst>
          </p:cNvPr>
          <p:cNvSpPr/>
          <p:nvPr userDrawn="1"/>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endParaRPr lang="en-GB" sz="800">
              <a:solidFill>
                <a:schemeClr val="tx1"/>
              </a:solidFill>
            </a:endParaRPr>
          </a:p>
        </p:txBody>
      </p:sp>
      <p:sp>
        <p:nvSpPr>
          <p:cNvPr id="15" name="Rectangle 14" descr="{&quot;templafy&quot;:{&quot;id&quot;:&quot;f991b9ce-7ee1-4496-9655-4d8c7e20f411&quot;}}" hidden="1">
            <a:extLst>
              <a:ext uri="{FF2B5EF4-FFF2-40B4-BE49-F238E27FC236}">
                <a16:creationId xmlns:a16="http://schemas.microsoft.com/office/drawing/2014/main" id="{544AC9A2-9666-4133-BC67-BE44B6459332}"/>
              </a:ext>
            </a:extLst>
          </p:cNvPr>
          <p:cNvSpPr/>
          <p:nvPr userDrawn="1"/>
        </p:nvSpPr>
        <p:spPr>
          <a:xfrm>
            <a:off x="358775" y="4768290"/>
            <a:ext cx="2569063" cy="188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u="none">
                <a:solidFill>
                  <a:schemeClr val="tx1"/>
                </a:solidFill>
              </a:rPr>
              <a:t>University of St.Gallen</a:t>
            </a:r>
          </a:p>
        </p:txBody>
      </p:sp>
    </p:spTree>
    <p:extLst>
      <p:ext uri="{BB962C8B-B14F-4D97-AF65-F5344CB8AC3E}">
        <p14:creationId xmlns:p14="http://schemas.microsoft.com/office/powerpoint/2010/main" val="3479676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Zwei Bilder mit Legende">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FEC9FF2-0829-44EA-809D-F5C42173624F}"/>
              </a:ext>
            </a:extLst>
          </p:cNvPr>
          <p:cNvSpPr>
            <a:spLocks noChangeAspect="1"/>
          </p:cNvSpPr>
          <p:nvPr userDrawn="1"/>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Slide Number Placeholder 6">
            <a:extLst>
              <a:ext uri="{FF2B5EF4-FFF2-40B4-BE49-F238E27FC236}">
                <a16:creationId xmlns:a16="http://schemas.microsoft.com/office/drawing/2014/main" id="{7AD794AC-1E69-4E4D-9E6D-26F34827B225}"/>
              </a:ext>
            </a:extLst>
          </p:cNvPr>
          <p:cNvSpPr>
            <a:spLocks noGrp="1"/>
          </p:cNvSpPr>
          <p:nvPr>
            <p:ph type="sldNum" sz="quarter" idx="12"/>
          </p:nvPr>
        </p:nvSpPr>
        <p:spPr/>
        <p:txBody>
          <a:bodyPr/>
          <a:lstStyle/>
          <a:p>
            <a:fld id="{7559FC98-AF75-4A00-A03C-DF9FEBF6BCB9}" type="slidenum">
              <a:rPr lang="en-GB" smtClean="0"/>
              <a:t>‹#›</a:t>
            </a:fld>
            <a:endParaRPr lang="en-GB"/>
          </a:p>
        </p:txBody>
      </p:sp>
      <p:sp>
        <p:nvSpPr>
          <p:cNvPr id="10" name="Picture Placeholder 9">
            <a:extLst>
              <a:ext uri="{FF2B5EF4-FFF2-40B4-BE49-F238E27FC236}">
                <a16:creationId xmlns:a16="http://schemas.microsoft.com/office/drawing/2014/main" id="{46547A73-96B4-4B49-A320-28015EA72F84}"/>
              </a:ext>
            </a:extLst>
          </p:cNvPr>
          <p:cNvSpPr>
            <a:spLocks noGrp="1"/>
          </p:cNvSpPr>
          <p:nvPr>
            <p:ph type="pic" sz="quarter" idx="14"/>
          </p:nvPr>
        </p:nvSpPr>
        <p:spPr>
          <a:xfrm>
            <a:off x="0" y="0"/>
            <a:ext cx="4571999" cy="3887599"/>
          </a:xfrm>
        </p:spPr>
        <p:txBody>
          <a:bodyPr/>
          <a:lstStyle/>
          <a:p>
            <a:r>
              <a:rPr lang="en-GB"/>
              <a:t>Click icon to add picture</a:t>
            </a:r>
          </a:p>
        </p:txBody>
      </p:sp>
      <p:sp>
        <p:nvSpPr>
          <p:cNvPr id="11" name="Picture Placeholder 9">
            <a:extLst>
              <a:ext uri="{FF2B5EF4-FFF2-40B4-BE49-F238E27FC236}">
                <a16:creationId xmlns:a16="http://schemas.microsoft.com/office/drawing/2014/main" id="{43F6FA5C-D25E-4346-815E-CF6B33F724AB}"/>
              </a:ext>
            </a:extLst>
          </p:cNvPr>
          <p:cNvSpPr>
            <a:spLocks noGrp="1"/>
          </p:cNvSpPr>
          <p:nvPr>
            <p:ph type="pic" sz="quarter" idx="15"/>
          </p:nvPr>
        </p:nvSpPr>
        <p:spPr>
          <a:xfrm>
            <a:off x="4572000" y="0"/>
            <a:ext cx="4572000" cy="3887599"/>
          </a:xfrm>
        </p:spPr>
        <p:txBody>
          <a:bodyPr/>
          <a:lstStyle/>
          <a:p>
            <a:r>
              <a:rPr lang="en-GB"/>
              <a:t>Click icon to add picture</a:t>
            </a:r>
          </a:p>
        </p:txBody>
      </p:sp>
      <p:sp>
        <p:nvSpPr>
          <p:cNvPr id="4" name="Text Placeholder 3">
            <a:extLst>
              <a:ext uri="{FF2B5EF4-FFF2-40B4-BE49-F238E27FC236}">
                <a16:creationId xmlns:a16="http://schemas.microsoft.com/office/drawing/2014/main" id="{C19FAD45-6EEE-4522-8CA6-5189DCDD487C}"/>
              </a:ext>
            </a:extLst>
          </p:cNvPr>
          <p:cNvSpPr>
            <a:spLocks noGrp="1"/>
          </p:cNvSpPr>
          <p:nvPr>
            <p:ph type="body" sz="quarter" idx="16"/>
          </p:nvPr>
        </p:nvSpPr>
        <p:spPr>
          <a:xfrm>
            <a:off x="358775" y="3989388"/>
            <a:ext cx="4122738" cy="490537"/>
          </a:xfrm>
        </p:spPr>
        <p:txBody>
          <a:bodyPr anchor="b">
            <a:normAutofit/>
          </a:bodyPr>
          <a:lstStyle>
            <a:lvl1pPr marL="0" indent="0">
              <a:buFont typeface="Arial" panose="020B0604020202020204" pitchFamily="34" charset="0"/>
              <a:buNone/>
              <a:defRPr sz="1400"/>
            </a:lvl1pPr>
            <a:lvl2pPr marL="0" indent="0">
              <a:buNone/>
              <a:defRPr sz="1400"/>
            </a:lvl2pPr>
            <a:lvl3pPr marL="0" indent="0">
              <a:buNone/>
              <a:defRPr sz="1400"/>
            </a:lvl3pPr>
            <a:lvl4pPr marL="0" indent="0">
              <a:buNone/>
              <a:defRPr sz="1400"/>
            </a:lvl4pPr>
            <a:lvl5pPr marL="0" indent="0">
              <a:buFont typeface="Arial" panose="020B0604020202020204" pitchFamily="34" charset="0"/>
              <a:buNone/>
              <a:defRPr sz="1400"/>
            </a:lvl5pPr>
          </a:lstStyle>
          <a:p>
            <a:pPr lvl="0"/>
            <a:r>
              <a:rPr lang="en-GB"/>
              <a:t>Click to edit Master text styles</a:t>
            </a:r>
          </a:p>
        </p:txBody>
      </p:sp>
      <p:sp>
        <p:nvSpPr>
          <p:cNvPr id="12" name="Text Placeholder 3">
            <a:extLst>
              <a:ext uri="{FF2B5EF4-FFF2-40B4-BE49-F238E27FC236}">
                <a16:creationId xmlns:a16="http://schemas.microsoft.com/office/drawing/2014/main" id="{447F9A9E-BA08-4C8F-96E1-0E7C7D71B398}"/>
              </a:ext>
            </a:extLst>
          </p:cNvPr>
          <p:cNvSpPr>
            <a:spLocks noGrp="1"/>
          </p:cNvSpPr>
          <p:nvPr>
            <p:ph type="body" sz="quarter" idx="17"/>
          </p:nvPr>
        </p:nvSpPr>
        <p:spPr>
          <a:xfrm>
            <a:off x="4662487" y="3989387"/>
            <a:ext cx="4122738" cy="490537"/>
          </a:xfrm>
        </p:spPr>
        <p:txBody>
          <a:bodyPr anchor="b">
            <a:normAutofit/>
          </a:bodyPr>
          <a:lstStyle>
            <a:lvl1pPr marL="0" indent="0">
              <a:buFont typeface="Arial" panose="020B0604020202020204" pitchFamily="34" charset="0"/>
              <a:buNone/>
              <a:defRPr sz="1400"/>
            </a:lvl1pPr>
            <a:lvl2pPr marL="0" indent="0">
              <a:buNone/>
              <a:defRPr sz="1400"/>
            </a:lvl2pPr>
            <a:lvl3pPr marL="0" indent="0">
              <a:buNone/>
              <a:defRPr sz="1400"/>
            </a:lvl3pPr>
            <a:lvl4pPr marL="0" indent="0">
              <a:buNone/>
              <a:defRPr sz="1400"/>
            </a:lvl4pPr>
            <a:lvl5pPr marL="0" indent="0">
              <a:buFont typeface="Arial" panose="020B0604020202020204" pitchFamily="34" charset="0"/>
              <a:buNone/>
              <a:defRPr sz="1400"/>
            </a:lvl5pPr>
          </a:lstStyle>
          <a:p>
            <a:pPr lvl="0"/>
            <a:r>
              <a:rPr lang="en-GB"/>
              <a:t>Click to edit Master text styles</a:t>
            </a:r>
          </a:p>
        </p:txBody>
      </p:sp>
      <p:sp>
        <p:nvSpPr>
          <p:cNvPr id="13" name="Rectangle 12" descr="{&quot;templafy&quot;:{&quot;id&quot;:&quot;1de9002d-b336-4878-947a-b0133285a718&quot;}}">
            <a:extLst>
              <a:ext uri="{FF2B5EF4-FFF2-40B4-BE49-F238E27FC236}">
                <a16:creationId xmlns:a16="http://schemas.microsoft.com/office/drawing/2014/main" id="{9387BB4B-AFF2-4440-B25E-89CDD9B79F05}"/>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a:solidFill>
                  <a:schemeClr val="tx1"/>
                </a:solidFill>
              </a:rPr>
              <a:t>13 April 2023</a:t>
            </a:r>
          </a:p>
        </p:txBody>
      </p:sp>
      <p:pic>
        <p:nvPicPr>
          <p:cNvPr id="651186792" name="Rectangle 14" descr="{&quot;templafy&quot;:{&quot;id&quot;:&quot;0e4ed9f0-ae0e-4c7b-9c6a-6d6f2c75585e&quot;}}"/>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8775" y="4668427"/>
            <a:ext cx="1026000" cy="212400"/>
          </a:xfrm>
          <a:prstGeom prst="rect">
            <a:avLst/>
          </a:prstGeom>
        </p:spPr>
      </p:pic>
      <p:sp>
        <p:nvSpPr>
          <p:cNvPr id="14" name="Rectangle 13" descr="{&quot;templafy&quot;:{&quot;id&quot;:&quot;400b3b6a-c434-4732-807e-1718a614f053&quot;}}">
            <a:extLst>
              <a:ext uri="{FF2B5EF4-FFF2-40B4-BE49-F238E27FC236}">
                <a16:creationId xmlns:a16="http://schemas.microsoft.com/office/drawing/2014/main" id="{EF755AF0-F63E-4747-9211-327C44DA029F}"/>
              </a:ext>
            </a:extLst>
          </p:cNvPr>
          <p:cNvSpPr/>
          <p:nvPr userDrawn="1"/>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endParaRPr lang="en-GB" sz="800">
              <a:solidFill>
                <a:schemeClr val="tx1"/>
              </a:solidFill>
            </a:endParaRPr>
          </a:p>
        </p:txBody>
      </p:sp>
      <p:sp>
        <p:nvSpPr>
          <p:cNvPr id="16" name="Rectangle 15" descr="{&quot;templafy&quot;:{&quot;id&quot;:&quot;8b60779a-db6f-4b6d-9dc5-f64dd6e2860d&quot;}}" hidden="1">
            <a:extLst>
              <a:ext uri="{FF2B5EF4-FFF2-40B4-BE49-F238E27FC236}">
                <a16:creationId xmlns:a16="http://schemas.microsoft.com/office/drawing/2014/main" id="{97ACC166-7757-4B59-A180-1D797D03E7B1}"/>
              </a:ext>
            </a:extLst>
          </p:cNvPr>
          <p:cNvSpPr/>
          <p:nvPr userDrawn="1"/>
        </p:nvSpPr>
        <p:spPr>
          <a:xfrm>
            <a:off x="358775" y="4768290"/>
            <a:ext cx="2569063" cy="188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u="none">
                <a:solidFill>
                  <a:schemeClr val="tx1"/>
                </a:solidFill>
              </a:rPr>
              <a:t>University of St.Gallen</a:t>
            </a:r>
          </a:p>
        </p:txBody>
      </p:sp>
    </p:spTree>
    <p:extLst>
      <p:ext uri="{BB962C8B-B14F-4D97-AF65-F5344CB8AC3E}">
        <p14:creationId xmlns:p14="http://schemas.microsoft.com/office/powerpoint/2010/main" val="2081201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D8E670C-89F1-48DF-ADBA-904A263650AF}"/>
              </a:ext>
            </a:extLst>
          </p:cNvPr>
          <p:cNvSpPr>
            <a:spLocks noChangeAspect="1"/>
          </p:cNvSpPr>
          <p:nvPr userDrawn="1"/>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A5AFF4CC-30A2-4B7B-BA9D-1A66D47649F5}"/>
              </a:ext>
            </a:extLst>
          </p:cNvPr>
          <p:cNvSpPr>
            <a:spLocks noGrp="1"/>
          </p:cNvSpPr>
          <p:nvPr>
            <p:ph type="title"/>
          </p:nvPr>
        </p:nvSpPr>
        <p:spPr/>
        <p:txBody>
          <a:bodyPr/>
          <a:lstStyle/>
          <a:p>
            <a:r>
              <a:rPr lang="en-GB"/>
              <a:t>Click to edit Master title style</a:t>
            </a:r>
          </a:p>
        </p:txBody>
      </p:sp>
      <p:sp>
        <p:nvSpPr>
          <p:cNvPr id="5" name="Slide Number Placeholder 4">
            <a:extLst>
              <a:ext uri="{FF2B5EF4-FFF2-40B4-BE49-F238E27FC236}">
                <a16:creationId xmlns:a16="http://schemas.microsoft.com/office/drawing/2014/main" id="{C5D39D30-BB72-44AA-B142-468FFB51D75B}"/>
              </a:ext>
            </a:extLst>
          </p:cNvPr>
          <p:cNvSpPr>
            <a:spLocks noGrp="1"/>
          </p:cNvSpPr>
          <p:nvPr>
            <p:ph type="sldNum" sz="quarter" idx="12"/>
          </p:nvPr>
        </p:nvSpPr>
        <p:spPr/>
        <p:txBody>
          <a:bodyPr/>
          <a:lstStyle/>
          <a:p>
            <a:fld id="{7559FC98-AF75-4A00-A03C-DF9FEBF6BCB9}" type="slidenum">
              <a:rPr lang="en-GB" smtClean="0"/>
              <a:t>‹#›</a:t>
            </a:fld>
            <a:endParaRPr lang="en-GB"/>
          </a:p>
        </p:txBody>
      </p:sp>
      <p:sp>
        <p:nvSpPr>
          <p:cNvPr id="9" name="Rectangle 8" descr="{&quot;templafy&quot;:{&quot;id&quot;:&quot;ab6b267f-2d54-464e-9ae8-0c683c12b29d&quot;}}">
            <a:extLst>
              <a:ext uri="{FF2B5EF4-FFF2-40B4-BE49-F238E27FC236}">
                <a16:creationId xmlns:a16="http://schemas.microsoft.com/office/drawing/2014/main" id="{137F4E36-F083-4FA0-9705-29ABDA1A5220}"/>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a:solidFill>
                  <a:schemeClr val="tx1"/>
                </a:solidFill>
              </a:rPr>
              <a:t>23 May 2023</a:t>
            </a:r>
          </a:p>
        </p:txBody>
      </p:sp>
      <p:pic>
        <p:nvPicPr>
          <p:cNvPr id="1624853906" name="Rectangle 9" descr="{&quot;templafy&quot;:{&quot;id&quot;:&quot;3f75e124-9c90-4431-ace1-b54c7dc8f72b&quot;}}"/>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8775" y="4668427"/>
            <a:ext cx="1026000" cy="212400"/>
          </a:xfrm>
          <a:prstGeom prst="rect">
            <a:avLst/>
          </a:prstGeom>
        </p:spPr>
      </p:pic>
      <p:sp>
        <p:nvSpPr>
          <p:cNvPr id="11" name="Rectangle 10" descr="{&quot;templafy&quot;:{&quot;id&quot;:&quot;ecff1803-155c-4fd6-a766-f61c015927b4&quot;}}">
            <a:extLst>
              <a:ext uri="{FF2B5EF4-FFF2-40B4-BE49-F238E27FC236}">
                <a16:creationId xmlns:a16="http://schemas.microsoft.com/office/drawing/2014/main" id="{3ED3541B-0C4B-4AD3-A0FB-BB276047ADCE}"/>
              </a:ext>
            </a:extLst>
          </p:cNvPr>
          <p:cNvSpPr/>
          <p:nvPr userDrawn="1"/>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endParaRPr lang="en-GB" sz="800">
              <a:solidFill>
                <a:schemeClr val="tx1"/>
              </a:solidFill>
            </a:endParaRPr>
          </a:p>
        </p:txBody>
      </p:sp>
      <p:sp>
        <p:nvSpPr>
          <p:cNvPr id="12" name="Rectangle 11" descr="{&quot;templafy&quot;:{&quot;id&quot;:&quot;a4917e90-2a8f-4f96-bd13-cc4f9383ac84&quot;}}" hidden="1">
            <a:extLst>
              <a:ext uri="{FF2B5EF4-FFF2-40B4-BE49-F238E27FC236}">
                <a16:creationId xmlns:a16="http://schemas.microsoft.com/office/drawing/2014/main" id="{87F7EA06-4518-4086-9E1C-ACD1F4782ADD}"/>
              </a:ext>
            </a:extLst>
          </p:cNvPr>
          <p:cNvSpPr/>
          <p:nvPr userDrawn="1"/>
        </p:nvSpPr>
        <p:spPr>
          <a:xfrm>
            <a:off x="358775" y="4768290"/>
            <a:ext cx="2569063" cy="188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u="none">
                <a:solidFill>
                  <a:schemeClr val="tx1"/>
                </a:solidFill>
              </a:rPr>
              <a:t>University of St.Gallen</a:t>
            </a:r>
          </a:p>
        </p:txBody>
      </p:sp>
    </p:spTree>
    <p:extLst>
      <p:ext uri="{BB962C8B-B14F-4D97-AF65-F5344CB8AC3E}">
        <p14:creationId xmlns:p14="http://schemas.microsoft.com/office/powerpoint/2010/main" val="38514031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ild Vollfläch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FC11C186-C392-4982-A2C0-7824EE98FA4F}"/>
              </a:ext>
            </a:extLst>
          </p:cNvPr>
          <p:cNvSpPr>
            <a:spLocks noGrp="1"/>
          </p:cNvSpPr>
          <p:nvPr>
            <p:ph type="pic" sz="quarter" idx="10"/>
          </p:nvPr>
        </p:nvSpPr>
        <p:spPr>
          <a:xfrm>
            <a:off x="0" y="0"/>
            <a:ext cx="9144000" cy="5143500"/>
          </a:xfrm>
        </p:spPr>
        <p:txBody>
          <a:bodyPr/>
          <a:lstStyle/>
          <a:p>
            <a:r>
              <a:rPr lang="en-GB"/>
              <a:t>Click icon to add picture</a:t>
            </a:r>
          </a:p>
        </p:txBody>
      </p:sp>
    </p:spTree>
    <p:extLst>
      <p:ext uri="{BB962C8B-B14F-4D97-AF65-F5344CB8AC3E}">
        <p14:creationId xmlns:p14="http://schemas.microsoft.com/office/powerpoint/2010/main" val="34893341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itat schwarze Schrift">
    <p:bg>
      <p:bgPr>
        <a:solidFill>
          <a:schemeClr val="accent2"/>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95F94A4-74DF-4FC6-AF8D-8F883B56E718}"/>
              </a:ext>
            </a:extLst>
          </p:cNvPr>
          <p:cNvSpPr>
            <a:spLocks noGrp="1"/>
          </p:cNvSpPr>
          <p:nvPr>
            <p:ph type="body" sz="quarter" idx="10"/>
          </p:nvPr>
        </p:nvSpPr>
        <p:spPr>
          <a:xfrm>
            <a:off x="828000" y="735013"/>
            <a:ext cx="7957225" cy="2525712"/>
          </a:xfrm>
        </p:spPr>
        <p:txBody>
          <a:bodyPr anchor="b">
            <a:normAutofit/>
          </a:bodyPr>
          <a:lstStyle>
            <a:lvl1pPr marL="0">
              <a:lnSpc>
                <a:spcPct val="110000"/>
              </a:lnSpc>
              <a:buFontTx/>
              <a:buNone/>
              <a:defRPr sz="5000">
                <a:solidFill>
                  <a:schemeClr val="tx1"/>
                </a:solidFill>
                <a:latin typeface="Gill Sans Nova Light" panose="020B0302020104020203" pitchFamily="34" charset="0"/>
              </a:defRPr>
            </a:lvl1pPr>
            <a:lvl2pPr marL="0" indent="0">
              <a:lnSpc>
                <a:spcPts val="5200"/>
              </a:lnSpc>
              <a:buFontTx/>
              <a:buNone/>
              <a:defRPr sz="5000">
                <a:solidFill>
                  <a:schemeClr val="tx1"/>
                </a:solidFill>
                <a:latin typeface="Gill Alt One MT Light" panose="020B0302020104020203" pitchFamily="34" charset="0"/>
              </a:defRPr>
            </a:lvl2pPr>
            <a:lvl3pPr marL="0" indent="0">
              <a:lnSpc>
                <a:spcPts val="5200"/>
              </a:lnSpc>
              <a:buFontTx/>
              <a:buNone/>
              <a:defRPr sz="5000">
                <a:solidFill>
                  <a:schemeClr val="tx1"/>
                </a:solidFill>
                <a:latin typeface="Gill Alt One MT Light" panose="020B0302020104020203" pitchFamily="34" charset="0"/>
              </a:defRPr>
            </a:lvl3pPr>
            <a:lvl4pPr marL="0" indent="0">
              <a:lnSpc>
                <a:spcPts val="5200"/>
              </a:lnSpc>
              <a:buFontTx/>
              <a:buNone/>
              <a:defRPr sz="5000">
                <a:solidFill>
                  <a:schemeClr val="tx1"/>
                </a:solidFill>
                <a:latin typeface="Gill Alt One MT Light" panose="020B0302020104020203" pitchFamily="34" charset="0"/>
              </a:defRPr>
            </a:lvl4pPr>
            <a:lvl5pPr marL="0">
              <a:lnSpc>
                <a:spcPts val="5200"/>
              </a:lnSpc>
              <a:buFontTx/>
              <a:buNone/>
              <a:defRPr sz="5000">
                <a:solidFill>
                  <a:schemeClr val="tx1"/>
                </a:solidFill>
                <a:latin typeface="Gill Alt One MT Light" panose="020B0302020104020203" pitchFamily="34" charset="0"/>
              </a:defRPr>
            </a:lvl5pPr>
          </a:lstStyle>
          <a:p>
            <a:pPr lvl="0"/>
            <a:r>
              <a:rPr lang="en-GB"/>
              <a:t>Click to edit Master text styles</a:t>
            </a:r>
          </a:p>
        </p:txBody>
      </p:sp>
      <p:sp>
        <p:nvSpPr>
          <p:cNvPr id="9" name="Text Placeholder 8">
            <a:extLst>
              <a:ext uri="{FF2B5EF4-FFF2-40B4-BE49-F238E27FC236}">
                <a16:creationId xmlns:a16="http://schemas.microsoft.com/office/drawing/2014/main" id="{ED8D12DF-4F43-44AF-B5F9-5E632D8CD53D}"/>
              </a:ext>
            </a:extLst>
          </p:cNvPr>
          <p:cNvSpPr>
            <a:spLocks noGrp="1"/>
          </p:cNvSpPr>
          <p:nvPr>
            <p:ph type="body" sz="quarter" idx="11"/>
          </p:nvPr>
        </p:nvSpPr>
        <p:spPr>
          <a:xfrm>
            <a:off x="827999" y="3548063"/>
            <a:ext cx="5741765" cy="931862"/>
          </a:xfrm>
        </p:spPr>
        <p:txBody>
          <a:bodyPr>
            <a:noAutofit/>
          </a:bodyPr>
          <a:lstStyle>
            <a:lvl1pPr marL="0" indent="0">
              <a:buFont typeface="Arial" panose="020B0604020202020204" pitchFamily="34" charset="0"/>
              <a:buNone/>
              <a:defRPr sz="1800"/>
            </a:lvl1pPr>
            <a:lvl2pPr marL="0" indent="0">
              <a:buNone/>
              <a:defRPr sz="1800"/>
            </a:lvl2pPr>
            <a:lvl3pPr marL="0" indent="0">
              <a:buNone/>
              <a:defRPr sz="1800"/>
            </a:lvl3pPr>
            <a:lvl4pPr marL="0" indent="0">
              <a:buNone/>
              <a:defRPr sz="1800"/>
            </a:lvl4pPr>
            <a:lvl5pPr marL="0" indent="0">
              <a:buFont typeface="Arial" panose="020B0604020202020204" pitchFamily="34" charset="0"/>
              <a:buNone/>
              <a:defRPr sz="1800"/>
            </a:lvl5pPr>
          </a:lstStyle>
          <a:p>
            <a:pPr lvl="0"/>
            <a:r>
              <a:rPr lang="en-GB"/>
              <a:t>Click to edit Master text styles</a:t>
            </a:r>
          </a:p>
        </p:txBody>
      </p:sp>
    </p:spTree>
    <p:extLst>
      <p:ext uri="{BB962C8B-B14F-4D97-AF65-F5344CB8AC3E}">
        <p14:creationId xmlns:p14="http://schemas.microsoft.com/office/powerpoint/2010/main" val="11041204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itat weisse Schrift">
    <p:bg>
      <p:bgPr>
        <a:solidFill>
          <a:schemeClr val="accent3"/>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95F94A4-74DF-4FC6-AF8D-8F883B56E718}"/>
              </a:ext>
            </a:extLst>
          </p:cNvPr>
          <p:cNvSpPr>
            <a:spLocks noGrp="1"/>
          </p:cNvSpPr>
          <p:nvPr>
            <p:ph type="body" sz="quarter" idx="10"/>
          </p:nvPr>
        </p:nvSpPr>
        <p:spPr>
          <a:xfrm>
            <a:off x="828000" y="735013"/>
            <a:ext cx="7957225" cy="2525712"/>
          </a:xfrm>
        </p:spPr>
        <p:txBody>
          <a:bodyPr anchor="b">
            <a:normAutofit/>
          </a:bodyPr>
          <a:lstStyle>
            <a:lvl1pPr marL="0">
              <a:lnSpc>
                <a:spcPct val="110000"/>
              </a:lnSpc>
              <a:buFontTx/>
              <a:buNone/>
              <a:defRPr sz="5000">
                <a:solidFill>
                  <a:schemeClr val="tx1"/>
                </a:solidFill>
                <a:latin typeface="Gill Sans Nova Light" panose="020B0302020104020203" pitchFamily="34" charset="0"/>
              </a:defRPr>
            </a:lvl1pPr>
            <a:lvl2pPr marL="0" indent="0">
              <a:lnSpc>
                <a:spcPts val="5200"/>
              </a:lnSpc>
              <a:buFontTx/>
              <a:buNone/>
              <a:defRPr sz="5000">
                <a:solidFill>
                  <a:schemeClr val="tx1"/>
                </a:solidFill>
                <a:latin typeface="Gill Alt One MT Light" panose="020B0302020104020203" pitchFamily="34" charset="0"/>
              </a:defRPr>
            </a:lvl2pPr>
            <a:lvl3pPr marL="0" indent="0">
              <a:lnSpc>
                <a:spcPts val="5200"/>
              </a:lnSpc>
              <a:buFontTx/>
              <a:buNone/>
              <a:defRPr sz="5000">
                <a:solidFill>
                  <a:schemeClr val="tx1"/>
                </a:solidFill>
                <a:latin typeface="Gill Alt One MT Light" panose="020B0302020104020203" pitchFamily="34" charset="0"/>
              </a:defRPr>
            </a:lvl3pPr>
            <a:lvl4pPr marL="0" indent="0">
              <a:lnSpc>
                <a:spcPts val="5200"/>
              </a:lnSpc>
              <a:buFontTx/>
              <a:buNone/>
              <a:defRPr sz="5000">
                <a:solidFill>
                  <a:schemeClr val="tx1"/>
                </a:solidFill>
                <a:latin typeface="Gill Alt One MT Light" panose="020B0302020104020203" pitchFamily="34" charset="0"/>
              </a:defRPr>
            </a:lvl4pPr>
            <a:lvl5pPr marL="0">
              <a:lnSpc>
                <a:spcPts val="5200"/>
              </a:lnSpc>
              <a:buFontTx/>
              <a:buNone/>
              <a:defRPr sz="5000">
                <a:solidFill>
                  <a:schemeClr val="tx1"/>
                </a:solidFill>
                <a:latin typeface="Gill Alt One MT Light" panose="020B0302020104020203" pitchFamily="34" charset="0"/>
              </a:defRPr>
            </a:lvl5pPr>
          </a:lstStyle>
          <a:p>
            <a:pPr lvl="0"/>
            <a:r>
              <a:rPr lang="en-GB"/>
              <a:t>Click to edit Master text styles</a:t>
            </a:r>
          </a:p>
        </p:txBody>
      </p:sp>
      <p:sp>
        <p:nvSpPr>
          <p:cNvPr id="9" name="Text Placeholder 8">
            <a:extLst>
              <a:ext uri="{FF2B5EF4-FFF2-40B4-BE49-F238E27FC236}">
                <a16:creationId xmlns:a16="http://schemas.microsoft.com/office/drawing/2014/main" id="{ED8D12DF-4F43-44AF-B5F9-5E632D8CD53D}"/>
              </a:ext>
            </a:extLst>
          </p:cNvPr>
          <p:cNvSpPr>
            <a:spLocks noGrp="1"/>
          </p:cNvSpPr>
          <p:nvPr>
            <p:ph type="body" sz="quarter" idx="11"/>
          </p:nvPr>
        </p:nvSpPr>
        <p:spPr>
          <a:xfrm>
            <a:off x="827999" y="3548063"/>
            <a:ext cx="5741765" cy="931862"/>
          </a:xfrm>
        </p:spPr>
        <p:txBody>
          <a:bodyPr>
            <a:noAutofit/>
          </a:bodyPr>
          <a:lstStyle>
            <a:lvl1pPr marL="0" indent="0">
              <a:buFont typeface="Arial" panose="020B0604020202020204" pitchFamily="34" charset="0"/>
              <a:buNone/>
              <a:defRPr sz="1800">
                <a:solidFill>
                  <a:schemeClr val="tx1"/>
                </a:solidFill>
              </a:defRPr>
            </a:lvl1pPr>
            <a:lvl2pPr marL="0" indent="0">
              <a:buNone/>
              <a:defRPr sz="1800"/>
            </a:lvl2pPr>
            <a:lvl3pPr marL="0" indent="0">
              <a:buNone/>
              <a:defRPr sz="1800"/>
            </a:lvl3pPr>
            <a:lvl4pPr marL="0" indent="0">
              <a:buNone/>
              <a:defRPr sz="1800"/>
            </a:lvl4pPr>
            <a:lvl5pPr marL="0" indent="0">
              <a:buFont typeface="Arial" panose="020B0604020202020204" pitchFamily="34" charset="0"/>
              <a:buNone/>
              <a:defRPr sz="1800"/>
            </a:lvl5pPr>
          </a:lstStyle>
          <a:p>
            <a:pPr lvl="0"/>
            <a:r>
              <a:rPr lang="en-GB"/>
              <a:t>Click to edit Master text styles</a:t>
            </a:r>
          </a:p>
        </p:txBody>
      </p:sp>
    </p:spTree>
    <p:extLst>
      <p:ext uri="{BB962C8B-B14F-4D97-AF65-F5344CB8AC3E}">
        <p14:creationId xmlns:p14="http://schemas.microsoft.com/office/powerpoint/2010/main" val="38188518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tement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D1F60-1436-43F1-AAD9-4C2415299607}"/>
              </a:ext>
            </a:extLst>
          </p:cNvPr>
          <p:cNvSpPr>
            <a:spLocks noGrp="1"/>
          </p:cNvSpPr>
          <p:nvPr>
            <p:ph type="title"/>
          </p:nvPr>
        </p:nvSpPr>
        <p:spPr>
          <a:xfrm>
            <a:off x="828000" y="735013"/>
            <a:ext cx="5148000" cy="3728674"/>
          </a:xfrm>
        </p:spPr>
        <p:txBody>
          <a:bodyPr>
            <a:normAutofit/>
          </a:bodyPr>
          <a:lstStyle>
            <a:lvl1pPr>
              <a:lnSpc>
                <a:spcPct val="90000"/>
              </a:lnSpc>
              <a:defRPr sz="7900">
                <a:solidFill>
                  <a:schemeClr val="bg2"/>
                </a:solidFill>
                <a:latin typeface="Gill Sans Nova Light" panose="020B0302020104020203" pitchFamily="34" charset="0"/>
              </a:defRPr>
            </a:lvl1pPr>
          </a:lstStyle>
          <a:p>
            <a:r>
              <a:rPr lang="en-GB"/>
              <a:t>Click to edit Master title style</a:t>
            </a:r>
          </a:p>
        </p:txBody>
      </p:sp>
      <p:sp>
        <p:nvSpPr>
          <p:cNvPr id="11" name="Picture Placeholder 10">
            <a:extLst>
              <a:ext uri="{FF2B5EF4-FFF2-40B4-BE49-F238E27FC236}">
                <a16:creationId xmlns:a16="http://schemas.microsoft.com/office/drawing/2014/main" id="{140949B5-E4F8-48A4-9D3A-2312F9CD4605}"/>
              </a:ext>
            </a:extLst>
          </p:cNvPr>
          <p:cNvSpPr>
            <a:spLocks noGrp="1"/>
          </p:cNvSpPr>
          <p:nvPr>
            <p:ph type="pic" sz="quarter" idx="10"/>
          </p:nvPr>
        </p:nvSpPr>
        <p:spPr>
          <a:xfrm>
            <a:off x="6625225" y="735013"/>
            <a:ext cx="2160000" cy="2160000"/>
          </a:xfrm>
        </p:spPr>
        <p:txBody>
          <a:bodyPr/>
          <a:lstStyle/>
          <a:p>
            <a:r>
              <a:rPr lang="en-GB"/>
              <a:t>Click icon to add picture</a:t>
            </a:r>
          </a:p>
        </p:txBody>
      </p:sp>
    </p:spTree>
    <p:extLst>
      <p:ext uri="{BB962C8B-B14F-4D97-AF65-F5344CB8AC3E}">
        <p14:creationId xmlns:p14="http://schemas.microsoft.com/office/powerpoint/2010/main" val="385585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D1F60-1436-43F1-AAD9-4C2415299607}"/>
              </a:ext>
            </a:extLst>
          </p:cNvPr>
          <p:cNvSpPr>
            <a:spLocks noGrp="1"/>
          </p:cNvSpPr>
          <p:nvPr>
            <p:ph type="title"/>
          </p:nvPr>
        </p:nvSpPr>
        <p:spPr>
          <a:xfrm>
            <a:off x="827998" y="735013"/>
            <a:ext cx="5148000" cy="3728674"/>
          </a:xfrm>
        </p:spPr>
        <p:txBody>
          <a:bodyPr>
            <a:normAutofit/>
          </a:bodyPr>
          <a:lstStyle>
            <a:lvl1pPr>
              <a:lnSpc>
                <a:spcPct val="90000"/>
              </a:lnSpc>
              <a:defRPr sz="7900">
                <a:solidFill>
                  <a:schemeClr val="tx1"/>
                </a:solidFill>
                <a:latin typeface="Gill Sans Nova Light" panose="020B0302020104020203" pitchFamily="34" charset="0"/>
              </a:defRPr>
            </a:lvl1pPr>
          </a:lstStyle>
          <a:p>
            <a:r>
              <a:rPr lang="en-GB"/>
              <a:t>Click to edit Master title style</a:t>
            </a:r>
          </a:p>
        </p:txBody>
      </p:sp>
      <p:sp>
        <p:nvSpPr>
          <p:cNvPr id="11" name="Picture Placeholder 10">
            <a:extLst>
              <a:ext uri="{FF2B5EF4-FFF2-40B4-BE49-F238E27FC236}">
                <a16:creationId xmlns:a16="http://schemas.microsoft.com/office/drawing/2014/main" id="{140949B5-E4F8-48A4-9D3A-2312F9CD4605}"/>
              </a:ext>
            </a:extLst>
          </p:cNvPr>
          <p:cNvSpPr>
            <a:spLocks noGrp="1"/>
          </p:cNvSpPr>
          <p:nvPr>
            <p:ph type="pic" sz="quarter" idx="10"/>
          </p:nvPr>
        </p:nvSpPr>
        <p:spPr>
          <a:xfrm>
            <a:off x="6625225" y="735013"/>
            <a:ext cx="2160000" cy="2160000"/>
          </a:xfrm>
        </p:spPr>
        <p:txBody>
          <a:bodyPr/>
          <a:lstStyle/>
          <a:p>
            <a:r>
              <a:rPr lang="en-GB"/>
              <a:t>Click icon to add picture</a:t>
            </a:r>
          </a:p>
        </p:txBody>
      </p:sp>
    </p:spTree>
    <p:extLst>
      <p:ext uri="{BB962C8B-B14F-4D97-AF65-F5344CB8AC3E}">
        <p14:creationId xmlns:p14="http://schemas.microsoft.com/office/powerpoint/2010/main" val="3902494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00218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981B0-6792-4738-ACB8-050730738F15}"/>
              </a:ext>
            </a:extLst>
          </p:cNvPr>
          <p:cNvSpPr>
            <a:spLocks noGrp="1"/>
          </p:cNvSpPr>
          <p:nvPr>
            <p:ph type="title"/>
          </p:nvPr>
        </p:nvSpPr>
        <p:spPr>
          <a:xfrm>
            <a:off x="828000" y="1044000"/>
            <a:ext cx="7957225" cy="685801"/>
          </a:xfrm>
        </p:spPr>
        <p:txBody>
          <a:bodyPr/>
          <a:lstStyle>
            <a:lvl1pPr>
              <a:lnSpc>
                <a:spcPts val="5200"/>
              </a:lnSpc>
              <a:defRPr sz="5000">
                <a:latin typeface="Gill Sans Nova Light" panose="020B0302020104020203" pitchFamily="34" charset="0"/>
              </a:defRPr>
            </a:lvl1pPr>
          </a:lstStyle>
          <a:p>
            <a:r>
              <a:rPr lang="en-GB"/>
              <a:t>Click to edit Master title style</a:t>
            </a:r>
          </a:p>
        </p:txBody>
      </p:sp>
      <p:sp>
        <p:nvSpPr>
          <p:cNvPr id="7" name="Text Placeholder 6">
            <a:extLst>
              <a:ext uri="{FF2B5EF4-FFF2-40B4-BE49-F238E27FC236}">
                <a16:creationId xmlns:a16="http://schemas.microsoft.com/office/drawing/2014/main" id="{D87D0F6F-53A1-4152-9807-5EC1BBC8849C}"/>
              </a:ext>
            </a:extLst>
          </p:cNvPr>
          <p:cNvSpPr>
            <a:spLocks noGrp="1"/>
          </p:cNvSpPr>
          <p:nvPr>
            <p:ph type="body" sz="quarter" idx="13"/>
          </p:nvPr>
        </p:nvSpPr>
        <p:spPr>
          <a:xfrm>
            <a:off x="828000" y="2626419"/>
            <a:ext cx="1908000" cy="862219"/>
          </a:xfrm>
        </p:spPr>
        <p:txBody>
          <a:bodyPr>
            <a:noAutofit/>
          </a:bodyPr>
          <a:lstStyle>
            <a:lvl1pPr marL="0" indent="0">
              <a:lnSpc>
                <a:spcPts val="1400"/>
              </a:lnSpc>
              <a:buFont typeface="Arial" panose="020B0604020202020204" pitchFamily="34" charset="0"/>
              <a:buNone/>
              <a:defRPr sz="10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en-GB"/>
              <a:t>Click to edit Master text styles</a:t>
            </a:r>
          </a:p>
        </p:txBody>
      </p:sp>
      <p:sp>
        <p:nvSpPr>
          <p:cNvPr id="8" name="Text Placeholder 6">
            <a:extLst>
              <a:ext uri="{FF2B5EF4-FFF2-40B4-BE49-F238E27FC236}">
                <a16:creationId xmlns:a16="http://schemas.microsoft.com/office/drawing/2014/main" id="{7824BC02-7B0E-4C56-B49A-5A28F9E62BE1}"/>
              </a:ext>
            </a:extLst>
          </p:cNvPr>
          <p:cNvSpPr>
            <a:spLocks noGrp="1"/>
          </p:cNvSpPr>
          <p:nvPr>
            <p:ph type="body" sz="quarter" idx="14"/>
          </p:nvPr>
        </p:nvSpPr>
        <p:spPr>
          <a:xfrm>
            <a:off x="828000" y="2090947"/>
            <a:ext cx="1908000" cy="504411"/>
          </a:xfrm>
        </p:spPr>
        <p:txBody>
          <a:bodyPr anchor="b">
            <a:noAutofit/>
          </a:bodyPr>
          <a:lstStyle>
            <a:lvl1pPr marL="0" indent="0">
              <a:lnSpc>
                <a:spcPts val="1400"/>
              </a:lnSpc>
              <a:buFont typeface="Arial" panose="020B0604020202020204" pitchFamily="34" charset="0"/>
              <a:buNone/>
              <a:defRPr sz="14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en-GB"/>
              <a:t>Click to edit Master text styles</a:t>
            </a:r>
          </a:p>
        </p:txBody>
      </p:sp>
      <p:sp>
        <p:nvSpPr>
          <p:cNvPr id="12" name="Text Placeholder 6">
            <a:extLst>
              <a:ext uri="{FF2B5EF4-FFF2-40B4-BE49-F238E27FC236}">
                <a16:creationId xmlns:a16="http://schemas.microsoft.com/office/drawing/2014/main" id="{ADF580D6-76FA-48E5-A6F9-C7D7F9ECA0CF}"/>
              </a:ext>
            </a:extLst>
          </p:cNvPr>
          <p:cNvSpPr>
            <a:spLocks noGrp="1"/>
          </p:cNvSpPr>
          <p:nvPr>
            <p:ph type="body" sz="quarter" idx="16"/>
          </p:nvPr>
        </p:nvSpPr>
        <p:spPr>
          <a:xfrm>
            <a:off x="2886816" y="2626419"/>
            <a:ext cx="1908000" cy="862219"/>
          </a:xfrm>
        </p:spPr>
        <p:txBody>
          <a:bodyPr>
            <a:noAutofit/>
          </a:bodyPr>
          <a:lstStyle>
            <a:lvl1pPr marL="0" indent="0">
              <a:lnSpc>
                <a:spcPts val="1400"/>
              </a:lnSpc>
              <a:buFont typeface="Arial" panose="020B0604020202020204" pitchFamily="34" charset="0"/>
              <a:buNone/>
              <a:defRPr sz="10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en-GB"/>
              <a:t>Click to edit Master text styles</a:t>
            </a:r>
          </a:p>
        </p:txBody>
      </p:sp>
      <p:sp>
        <p:nvSpPr>
          <p:cNvPr id="13" name="Text Placeholder 6">
            <a:extLst>
              <a:ext uri="{FF2B5EF4-FFF2-40B4-BE49-F238E27FC236}">
                <a16:creationId xmlns:a16="http://schemas.microsoft.com/office/drawing/2014/main" id="{D6CE2E2F-1BA4-4018-8B3C-5192B4A35E20}"/>
              </a:ext>
            </a:extLst>
          </p:cNvPr>
          <p:cNvSpPr>
            <a:spLocks noGrp="1"/>
          </p:cNvSpPr>
          <p:nvPr>
            <p:ph type="body" sz="quarter" idx="17"/>
          </p:nvPr>
        </p:nvSpPr>
        <p:spPr>
          <a:xfrm>
            <a:off x="2886816" y="2090947"/>
            <a:ext cx="1908000" cy="504411"/>
          </a:xfrm>
        </p:spPr>
        <p:txBody>
          <a:bodyPr anchor="b">
            <a:noAutofit/>
          </a:bodyPr>
          <a:lstStyle>
            <a:lvl1pPr marL="0" indent="0">
              <a:lnSpc>
                <a:spcPts val="1400"/>
              </a:lnSpc>
              <a:buFont typeface="Arial" panose="020B0604020202020204" pitchFamily="34" charset="0"/>
              <a:buNone/>
              <a:defRPr sz="14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en-GB"/>
              <a:t>Click to edit Master text styles</a:t>
            </a:r>
          </a:p>
        </p:txBody>
      </p:sp>
      <p:sp>
        <p:nvSpPr>
          <p:cNvPr id="14" name="Text Placeholder 6">
            <a:extLst>
              <a:ext uri="{FF2B5EF4-FFF2-40B4-BE49-F238E27FC236}">
                <a16:creationId xmlns:a16="http://schemas.microsoft.com/office/drawing/2014/main" id="{9780CD93-461B-4895-AFE1-B11CB717CAC3}"/>
              </a:ext>
            </a:extLst>
          </p:cNvPr>
          <p:cNvSpPr>
            <a:spLocks noGrp="1"/>
          </p:cNvSpPr>
          <p:nvPr>
            <p:ph type="body" sz="quarter" idx="18"/>
          </p:nvPr>
        </p:nvSpPr>
        <p:spPr>
          <a:xfrm>
            <a:off x="4945933" y="2626419"/>
            <a:ext cx="1908000" cy="862219"/>
          </a:xfrm>
        </p:spPr>
        <p:txBody>
          <a:bodyPr>
            <a:noAutofit/>
          </a:bodyPr>
          <a:lstStyle>
            <a:lvl1pPr marL="0" indent="0">
              <a:lnSpc>
                <a:spcPts val="1400"/>
              </a:lnSpc>
              <a:buFont typeface="Arial" panose="020B0604020202020204" pitchFamily="34" charset="0"/>
              <a:buNone/>
              <a:defRPr sz="10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en-GB"/>
              <a:t>Click to edit Master text styles</a:t>
            </a:r>
          </a:p>
        </p:txBody>
      </p:sp>
      <p:sp>
        <p:nvSpPr>
          <p:cNvPr id="15" name="Text Placeholder 6">
            <a:extLst>
              <a:ext uri="{FF2B5EF4-FFF2-40B4-BE49-F238E27FC236}">
                <a16:creationId xmlns:a16="http://schemas.microsoft.com/office/drawing/2014/main" id="{7670DE1A-52CE-4331-B7C3-9D35588A2926}"/>
              </a:ext>
            </a:extLst>
          </p:cNvPr>
          <p:cNvSpPr>
            <a:spLocks noGrp="1"/>
          </p:cNvSpPr>
          <p:nvPr>
            <p:ph type="body" sz="quarter" idx="19"/>
          </p:nvPr>
        </p:nvSpPr>
        <p:spPr>
          <a:xfrm>
            <a:off x="4945933" y="2090947"/>
            <a:ext cx="1908000" cy="504411"/>
          </a:xfrm>
        </p:spPr>
        <p:txBody>
          <a:bodyPr anchor="b">
            <a:noAutofit/>
          </a:bodyPr>
          <a:lstStyle>
            <a:lvl1pPr marL="0" indent="0">
              <a:lnSpc>
                <a:spcPts val="1400"/>
              </a:lnSpc>
              <a:buFont typeface="Arial" panose="020B0604020202020204" pitchFamily="34" charset="0"/>
              <a:buNone/>
              <a:defRPr sz="14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en-GB"/>
              <a:t>Click to edit Master text styles</a:t>
            </a:r>
          </a:p>
        </p:txBody>
      </p:sp>
      <p:pic>
        <p:nvPicPr>
          <p:cNvPr id="424832917" name="Rectangle 10" descr="{&quot;templafy&quot;:{&quot;id&quot;:&quot;ed29f3a9-f196-4536-a60c-0b9b1db6abd3&quot;}}"/>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98816" y="4048055"/>
            <a:ext cx="2221200" cy="460800"/>
          </a:xfrm>
          <a:prstGeom prst="rect">
            <a:avLst/>
          </a:prstGeom>
        </p:spPr>
      </p:pic>
      <p:sp>
        <p:nvSpPr>
          <p:cNvPr id="3" name="Rectangle 2" descr="{&quot;templafy&quot;:{&quot;id&quot;:&quot;dd8c6e3a-82b3-45c7-bb9f-77a6d1f558e0&quot;}}">
            <a:extLst>
              <a:ext uri="{FF2B5EF4-FFF2-40B4-BE49-F238E27FC236}">
                <a16:creationId xmlns:a16="http://schemas.microsoft.com/office/drawing/2014/main" id="{36F02173-B0F5-4193-B6FF-8607454762B4}"/>
              </a:ext>
            </a:extLst>
          </p:cNvPr>
          <p:cNvSpPr/>
          <p:nvPr userDrawn="1"/>
        </p:nvSpPr>
        <p:spPr>
          <a:xfrm>
            <a:off x="4945930" y="3515014"/>
            <a:ext cx="2038450" cy="991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algn="l">
              <a:lnSpc>
                <a:spcPts val="1200"/>
              </a:lnSpc>
            </a:pPr>
            <a:r>
              <a:rPr lang="en-GB" sz="1000">
                <a:solidFill>
                  <a:schemeClr val="tx1"/>
                </a:solidFill>
              </a:rPr>
              <a:t>University of St.Gallen 
Dufourstrasse 50 
9000 St.Gallen 
unisg.ch</a:t>
            </a:r>
          </a:p>
        </p:txBody>
      </p:sp>
    </p:spTree>
    <p:extLst>
      <p:ext uri="{BB962C8B-B14F-4D97-AF65-F5344CB8AC3E}">
        <p14:creationId xmlns:p14="http://schemas.microsoft.com/office/powerpoint/2010/main" val="5187094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072C7-786E-4CDF-B498-A0E43C94C174}"/>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627AB401-27B1-4459-8033-ADE495ECDDC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lide Number Placeholder 5">
            <a:extLst>
              <a:ext uri="{FF2B5EF4-FFF2-40B4-BE49-F238E27FC236}">
                <a16:creationId xmlns:a16="http://schemas.microsoft.com/office/drawing/2014/main" id="{63339B70-EA91-4D1E-AD6F-9A1F4FF36CD8}"/>
              </a:ext>
            </a:extLst>
          </p:cNvPr>
          <p:cNvSpPr>
            <a:spLocks noGrp="1"/>
          </p:cNvSpPr>
          <p:nvPr>
            <p:ph type="sldNum" sz="quarter" idx="12"/>
          </p:nvPr>
        </p:nvSpPr>
        <p:spPr/>
        <p:txBody>
          <a:bodyPr/>
          <a:lstStyle/>
          <a:p>
            <a:fld id="{7559FC98-AF75-4A00-A03C-DF9FEBF6BCB9}" type="slidenum">
              <a:rPr lang="en-GB" smtClean="0"/>
              <a:t>‹#›</a:t>
            </a:fld>
            <a:endParaRPr lang="en-GB"/>
          </a:p>
        </p:txBody>
      </p:sp>
      <p:sp>
        <p:nvSpPr>
          <p:cNvPr id="7" name="Rectangle 6" descr="{&quot;templafy&quot;:{&quot;id&quot;:&quot;62fdd60b-a2b6-40ba-9246-9c1ba8b9c8d0&quot;}}">
            <a:extLst>
              <a:ext uri="{FF2B5EF4-FFF2-40B4-BE49-F238E27FC236}">
                <a16:creationId xmlns:a16="http://schemas.microsoft.com/office/drawing/2014/main" id="{BB3C8683-B834-4D63-9D68-06A85DD6080E}"/>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a:solidFill>
                  <a:schemeClr val="tx1"/>
                </a:solidFill>
              </a:rPr>
              <a:t>13 April 2023</a:t>
            </a:r>
          </a:p>
        </p:txBody>
      </p:sp>
    </p:spTree>
    <p:extLst>
      <p:ext uri="{BB962C8B-B14F-4D97-AF65-F5344CB8AC3E}">
        <p14:creationId xmlns:p14="http://schemas.microsoft.com/office/powerpoint/2010/main" val="18372074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A27F37-4AAD-450C-8838-DE5B9F07D8B8}"/>
              </a:ext>
            </a:extLst>
          </p:cNvPr>
          <p:cNvSpPr>
            <a:spLocks noGrp="1"/>
          </p:cNvSpPr>
          <p:nvPr>
            <p:ph type="title" orient="vert"/>
          </p:nvPr>
        </p:nvSpPr>
        <p:spPr>
          <a:xfrm>
            <a:off x="6543675" y="273844"/>
            <a:ext cx="1971675" cy="4358879"/>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99286A52-83BF-4684-B707-32690AD3C036}"/>
              </a:ext>
            </a:extLst>
          </p:cNvPr>
          <p:cNvSpPr>
            <a:spLocks noGrp="1"/>
          </p:cNvSpPr>
          <p:nvPr>
            <p:ph type="body" orient="vert" idx="1"/>
          </p:nvPr>
        </p:nvSpPr>
        <p:spPr>
          <a:xfrm>
            <a:off x="628650" y="273844"/>
            <a:ext cx="5800725" cy="435887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lide Number Placeholder 5">
            <a:extLst>
              <a:ext uri="{FF2B5EF4-FFF2-40B4-BE49-F238E27FC236}">
                <a16:creationId xmlns:a16="http://schemas.microsoft.com/office/drawing/2014/main" id="{BC25666C-0F9A-44A4-B3AC-35B212491C34}"/>
              </a:ext>
            </a:extLst>
          </p:cNvPr>
          <p:cNvSpPr>
            <a:spLocks noGrp="1"/>
          </p:cNvSpPr>
          <p:nvPr>
            <p:ph type="sldNum" sz="quarter" idx="12"/>
          </p:nvPr>
        </p:nvSpPr>
        <p:spPr/>
        <p:txBody>
          <a:bodyPr/>
          <a:lstStyle/>
          <a:p>
            <a:fld id="{7559FC98-AF75-4A00-A03C-DF9FEBF6BCB9}" type="slidenum">
              <a:rPr lang="en-GB" smtClean="0"/>
              <a:t>‹#›</a:t>
            </a:fld>
            <a:endParaRPr lang="en-GB"/>
          </a:p>
        </p:txBody>
      </p:sp>
      <p:sp>
        <p:nvSpPr>
          <p:cNvPr id="7" name="Rectangle 6" descr="{&quot;templafy&quot;:{&quot;id&quot;:&quot;125fba88-dc92-4d42-89db-9a3c8a56a512&quot;}}">
            <a:extLst>
              <a:ext uri="{FF2B5EF4-FFF2-40B4-BE49-F238E27FC236}">
                <a16:creationId xmlns:a16="http://schemas.microsoft.com/office/drawing/2014/main" id="{D21A4773-433D-4BA4-8284-587A192E038E}"/>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a:solidFill>
                  <a:schemeClr val="tx1"/>
                </a:solidFill>
              </a:rPr>
              <a:t>13 April 2023</a:t>
            </a:r>
          </a:p>
        </p:txBody>
      </p:sp>
    </p:spTree>
    <p:extLst>
      <p:ext uri="{BB962C8B-B14F-4D97-AF65-F5344CB8AC3E}">
        <p14:creationId xmlns:p14="http://schemas.microsoft.com/office/powerpoint/2010/main" val="8515280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el Slide 1">
    <p:bg>
      <p:bgPr>
        <a:solidFill>
          <a:schemeClr val="bg1"/>
        </a:solidFill>
        <a:effectLst/>
      </p:bgPr>
    </p:bg>
    <p:spTree>
      <p:nvGrpSpPr>
        <p:cNvPr id="1" name=""/>
        <p:cNvGrpSpPr/>
        <p:nvPr/>
      </p:nvGrpSpPr>
      <p:grpSpPr>
        <a:xfrm>
          <a:off x="0" y="0"/>
          <a:ext cx="0" cy="0"/>
          <a:chOff x="0" y="0"/>
          <a:chExt cx="0" cy="0"/>
        </a:xfrm>
      </p:grpSpPr>
      <p:pic>
        <p:nvPicPr>
          <p:cNvPr id="13" name="Picture 12" descr="A picture containing skating, building, ramp, board&#10;&#10;Description automatically generated">
            <a:extLst>
              <a:ext uri="{FF2B5EF4-FFF2-40B4-BE49-F238E27FC236}">
                <a16:creationId xmlns:a16="http://schemas.microsoft.com/office/drawing/2014/main" id="{9F7E1813-5682-4AAE-8DC8-5A613DE12B9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36420" cy="5143500"/>
          </a:xfrm>
          <a:prstGeom prst="rect">
            <a:avLst/>
          </a:prstGeom>
        </p:spPr>
      </p:pic>
      <p:sp>
        <p:nvSpPr>
          <p:cNvPr id="3" name="Freeform 2">
            <a:extLst>
              <a:ext uri="{FF2B5EF4-FFF2-40B4-BE49-F238E27FC236}">
                <a16:creationId xmlns:a16="http://schemas.microsoft.com/office/drawing/2014/main" id="{F060F62D-459C-C4E8-5B87-4F315F3EDD3A}"/>
              </a:ext>
            </a:extLst>
          </p:cNvPr>
          <p:cNvSpPr>
            <a:spLocks noChangeAspect="1"/>
          </p:cNvSpPr>
          <p:nvPr userDrawn="1"/>
        </p:nvSpPr>
        <p:spPr>
          <a:xfrm>
            <a:off x="4575791" y="3166310"/>
            <a:ext cx="4568210" cy="1977190"/>
          </a:xfrm>
          <a:custGeom>
            <a:avLst/>
            <a:gdLst>
              <a:gd name="connsiteX0" fmla="*/ 4568210 w 4568210"/>
              <a:gd name="connsiteY0" fmla="*/ 0 h 1977190"/>
              <a:gd name="connsiteX1" fmla="*/ 4568210 w 4568210"/>
              <a:gd name="connsiteY1" fmla="*/ 1977190 h 1977190"/>
              <a:gd name="connsiteX2" fmla="*/ 166568 w 4568210"/>
              <a:gd name="connsiteY2" fmla="*/ 1977190 h 1977190"/>
              <a:gd name="connsiteX3" fmla="*/ 0 w 4568210"/>
              <a:gd name="connsiteY3" fmla="*/ 1046862 h 1977190"/>
            </a:gdLst>
            <a:ahLst/>
            <a:cxnLst>
              <a:cxn ang="0">
                <a:pos x="connsiteX0" y="connsiteY0"/>
              </a:cxn>
              <a:cxn ang="0">
                <a:pos x="connsiteX1" y="connsiteY1"/>
              </a:cxn>
              <a:cxn ang="0">
                <a:pos x="connsiteX2" y="connsiteY2"/>
              </a:cxn>
              <a:cxn ang="0">
                <a:pos x="connsiteX3" y="connsiteY3"/>
              </a:cxn>
            </a:cxnLst>
            <a:rect l="l" t="t" r="r" b="b"/>
            <a:pathLst>
              <a:path w="4568210" h="1977190">
                <a:moveTo>
                  <a:pt x="4568210" y="0"/>
                </a:moveTo>
                <a:lnTo>
                  <a:pt x="4568210" y="1977190"/>
                </a:lnTo>
                <a:lnTo>
                  <a:pt x="166568" y="1977190"/>
                </a:lnTo>
                <a:lnTo>
                  <a:pt x="0" y="1046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4" name="TextBox 13">
            <a:extLst>
              <a:ext uri="{FF2B5EF4-FFF2-40B4-BE49-F238E27FC236}">
                <a16:creationId xmlns:a16="http://schemas.microsoft.com/office/drawing/2014/main" id="{69B6FC2A-29C4-4742-B32D-604659C0CB22}"/>
              </a:ext>
            </a:extLst>
          </p:cNvPr>
          <p:cNvSpPr txBox="1"/>
          <p:nvPr userDrawn="1"/>
        </p:nvSpPr>
        <p:spPr>
          <a:xfrm>
            <a:off x="6789318" y="4613375"/>
            <a:ext cx="1995907" cy="153888"/>
          </a:xfrm>
          <a:prstGeom prst="rect">
            <a:avLst/>
          </a:prstGeom>
          <a:noFill/>
        </p:spPr>
        <p:txBody>
          <a:bodyPr wrap="square" lIns="0" tIns="0" rIns="0" bIns="0" rtlCol="0">
            <a:spAutoFit/>
          </a:bodyPr>
          <a:lstStyle/>
          <a:p>
            <a:pPr algn="r"/>
            <a:r>
              <a:rPr lang="en-GB" sz="1000">
                <a:solidFill>
                  <a:schemeClr val="bg2"/>
                </a:solidFill>
              </a:rPr>
              <a:t>From </a:t>
            </a:r>
            <a:r>
              <a:rPr lang="en-GB" sz="1000" err="1">
                <a:solidFill>
                  <a:schemeClr val="bg2"/>
                </a:solidFill>
              </a:rPr>
              <a:t>insight</a:t>
            </a:r>
            <a:r>
              <a:rPr lang="en-GB" sz="1000">
                <a:solidFill>
                  <a:schemeClr val="bg2"/>
                </a:solidFill>
              </a:rPr>
              <a:t> </a:t>
            </a:r>
            <a:r>
              <a:rPr lang="en-GB" sz="1000" err="1">
                <a:solidFill>
                  <a:schemeClr val="bg2"/>
                </a:solidFill>
              </a:rPr>
              <a:t>to</a:t>
            </a:r>
            <a:r>
              <a:rPr lang="en-GB" sz="1000">
                <a:solidFill>
                  <a:schemeClr val="bg2"/>
                </a:solidFill>
              </a:rPr>
              <a:t> </a:t>
            </a:r>
            <a:r>
              <a:rPr lang="en-GB" sz="1000" err="1">
                <a:solidFill>
                  <a:schemeClr val="bg2"/>
                </a:solidFill>
              </a:rPr>
              <a:t>impact</a:t>
            </a:r>
            <a:r>
              <a:rPr lang="en-GB" sz="1000">
                <a:solidFill>
                  <a:schemeClr val="bg2"/>
                </a:solidFill>
              </a:rPr>
              <a:t>.</a:t>
            </a:r>
          </a:p>
        </p:txBody>
      </p:sp>
      <p:pic>
        <p:nvPicPr>
          <p:cNvPr id="715416888" name="Rectangle 2" descr="{&quot;templafy&quot;:{&quot;id&quot;:&quot;2a706a25-2679-4b9f-80cb-a25bb906beb3&quot;}}"/>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61173" y="313025"/>
            <a:ext cx="2221200" cy="460800"/>
          </a:xfrm>
          <a:prstGeom prst="rect">
            <a:avLst/>
          </a:prstGeom>
        </p:spPr>
      </p:pic>
      <p:sp>
        <p:nvSpPr>
          <p:cNvPr id="5" name="Title 4">
            <a:extLst>
              <a:ext uri="{FF2B5EF4-FFF2-40B4-BE49-F238E27FC236}">
                <a16:creationId xmlns:a16="http://schemas.microsoft.com/office/drawing/2014/main" id="{A891F29F-BED8-4555-9938-829D3AC33287}"/>
              </a:ext>
            </a:extLst>
          </p:cNvPr>
          <p:cNvSpPr>
            <a:spLocks noGrp="1"/>
          </p:cNvSpPr>
          <p:nvPr>
            <p:ph type="title"/>
          </p:nvPr>
        </p:nvSpPr>
        <p:spPr>
          <a:xfrm>
            <a:off x="827015" y="1098178"/>
            <a:ext cx="7958210" cy="1792800"/>
          </a:xfrm>
        </p:spPr>
        <p:txBody>
          <a:bodyPr anchor="b"/>
          <a:lstStyle>
            <a:lvl1pPr>
              <a:lnSpc>
                <a:spcPts val="4200"/>
              </a:lnSpc>
              <a:defRPr sz="4000">
                <a:latin typeface="Gill Sans Nova Light" panose="020B0302020104020203" pitchFamily="34" charset="0"/>
              </a:defRPr>
            </a:lvl1pPr>
          </a:lstStyle>
          <a:p>
            <a:r>
              <a:rPr lang="en-GB"/>
              <a:t>Click to edit Master title style</a:t>
            </a:r>
          </a:p>
        </p:txBody>
      </p:sp>
      <p:sp>
        <p:nvSpPr>
          <p:cNvPr id="7" name="Text Placeholder 6">
            <a:extLst>
              <a:ext uri="{FF2B5EF4-FFF2-40B4-BE49-F238E27FC236}">
                <a16:creationId xmlns:a16="http://schemas.microsoft.com/office/drawing/2014/main" id="{D3654089-CB0E-4321-8557-8E0B4ACD847A}"/>
              </a:ext>
            </a:extLst>
          </p:cNvPr>
          <p:cNvSpPr>
            <a:spLocks noGrp="1"/>
          </p:cNvSpPr>
          <p:nvPr>
            <p:ph type="body" sz="quarter" idx="10"/>
          </p:nvPr>
        </p:nvSpPr>
        <p:spPr>
          <a:xfrm>
            <a:off x="831027" y="3123868"/>
            <a:ext cx="3650486" cy="1356057"/>
          </a:xfrm>
        </p:spPr>
        <p:txBody>
          <a:bodyPr>
            <a:normAutofit/>
          </a:bodyPr>
          <a:lstStyle>
            <a:lvl1pPr marL="0" indent="0">
              <a:spcAft>
                <a:spcPts val="0"/>
              </a:spcAft>
              <a:buFont typeface="Arial" panose="020B0604020202020204" pitchFamily="34" charset="0"/>
              <a:buNone/>
              <a:defRPr sz="1600"/>
            </a:lvl1pPr>
            <a:lvl2pPr marL="0" indent="0">
              <a:spcAft>
                <a:spcPts val="0"/>
              </a:spcAft>
              <a:buNone/>
              <a:defRPr sz="1600"/>
            </a:lvl2pPr>
            <a:lvl3pPr marL="0" indent="0">
              <a:spcAft>
                <a:spcPts val="0"/>
              </a:spcAft>
              <a:buNone/>
              <a:defRPr sz="1600"/>
            </a:lvl3pPr>
            <a:lvl4pPr marL="0" indent="0">
              <a:spcAft>
                <a:spcPts val="0"/>
              </a:spcAft>
              <a:buNone/>
              <a:defRPr sz="1600"/>
            </a:lvl4pPr>
            <a:lvl5pPr marL="0" indent="0">
              <a:spcAft>
                <a:spcPts val="0"/>
              </a:spcAft>
              <a:buNone/>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5057651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el Slide 2">
    <p:bg>
      <p:bgPr>
        <a:solidFill>
          <a:schemeClr val="bg1"/>
        </a:solidFill>
        <a:effectLst/>
      </p:bgPr>
    </p:bg>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69B6FC2A-29C4-4742-B32D-604659C0CB22}"/>
              </a:ext>
            </a:extLst>
          </p:cNvPr>
          <p:cNvSpPr txBox="1"/>
          <p:nvPr userDrawn="1"/>
        </p:nvSpPr>
        <p:spPr>
          <a:xfrm>
            <a:off x="828000" y="4613375"/>
            <a:ext cx="1997563" cy="153888"/>
          </a:xfrm>
          <a:prstGeom prst="rect">
            <a:avLst/>
          </a:prstGeom>
          <a:noFill/>
        </p:spPr>
        <p:txBody>
          <a:bodyPr wrap="square" lIns="0" tIns="0" rIns="0" bIns="0" rtlCol="0">
            <a:spAutoFit/>
          </a:bodyPr>
          <a:lstStyle/>
          <a:p>
            <a:pPr algn="l"/>
            <a:r>
              <a:rPr lang="en-GB" sz="1000">
                <a:solidFill>
                  <a:schemeClr val="tx1"/>
                </a:solidFill>
              </a:rPr>
              <a:t>From </a:t>
            </a:r>
            <a:r>
              <a:rPr lang="en-GB" sz="1000" err="1">
                <a:solidFill>
                  <a:schemeClr val="tx1"/>
                </a:solidFill>
              </a:rPr>
              <a:t>insight</a:t>
            </a:r>
            <a:r>
              <a:rPr lang="en-GB" sz="1000">
                <a:solidFill>
                  <a:schemeClr val="tx1"/>
                </a:solidFill>
              </a:rPr>
              <a:t> </a:t>
            </a:r>
            <a:r>
              <a:rPr lang="en-GB" sz="1000" err="1">
                <a:solidFill>
                  <a:schemeClr val="tx1"/>
                </a:solidFill>
              </a:rPr>
              <a:t>to</a:t>
            </a:r>
            <a:r>
              <a:rPr lang="en-GB" sz="1000">
                <a:solidFill>
                  <a:schemeClr val="tx1"/>
                </a:solidFill>
              </a:rPr>
              <a:t> </a:t>
            </a:r>
            <a:r>
              <a:rPr lang="en-GB" sz="1000" err="1">
                <a:solidFill>
                  <a:schemeClr val="tx1"/>
                </a:solidFill>
              </a:rPr>
              <a:t>impact</a:t>
            </a:r>
            <a:r>
              <a:rPr lang="en-GB" sz="1000">
                <a:solidFill>
                  <a:schemeClr val="tx1"/>
                </a:solidFill>
              </a:rPr>
              <a:t>.</a:t>
            </a:r>
          </a:p>
        </p:txBody>
      </p:sp>
      <p:sp>
        <p:nvSpPr>
          <p:cNvPr id="6" name="Picture Placeholder 5">
            <a:extLst>
              <a:ext uri="{FF2B5EF4-FFF2-40B4-BE49-F238E27FC236}">
                <a16:creationId xmlns:a16="http://schemas.microsoft.com/office/drawing/2014/main" id="{1CACC6D5-D1D4-442A-84CB-4AA5E5B9ECDE}"/>
              </a:ext>
            </a:extLst>
          </p:cNvPr>
          <p:cNvSpPr>
            <a:spLocks noGrp="1"/>
          </p:cNvSpPr>
          <p:nvPr>
            <p:ph type="pic" sz="quarter" idx="10"/>
          </p:nvPr>
        </p:nvSpPr>
        <p:spPr>
          <a:xfrm>
            <a:off x="5965200" y="0"/>
            <a:ext cx="3178800" cy="5143500"/>
          </a:xfrm>
        </p:spPr>
        <p:txBody>
          <a:bodyPr/>
          <a:lstStyle/>
          <a:p>
            <a:r>
              <a:rPr lang="en-GB"/>
              <a:t>Click icon to add picture</a:t>
            </a:r>
          </a:p>
        </p:txBody>
      </p:sp>
      <p:pic>
        <p:nvPicPr>
          <p:cNvPr id="429186956" name="Rectangle 8" descr="{&quot;templafy&quot;:{&quot;id&quot;:&quot;c0d1e0af-ade1-4c6e-95ad-8ab17ee08eee&quot;}}"/>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8775" y="313025"/>
            <a:ext cx="2221200" cy="460800"/>
          </a:xfrm>
          <a:prstGeom prst="rect">
            <a:avLst/>
          </a:prstGeom>
        </p:spPr>
      </p:pic>
      <p:sp>
        <p:nvSpPr>
          <p:cNvPr id="10" name="Title 4">
            <a:extLst>
              <a:ext uri="{FF2B5EF4-FFF2-40B4-BE49-F238E27FC236}">
                <a16:creationId xmlns:a16="http://schemas.microsoft.com/office/drawing/2014/main" id="{80E529E2-449E-41BE-B0F7-70294EC17C81}"/>
              </a:ext>
            </a:extLst>
          </p:cNvPr>
          <p:cNvSpPr>
            <a:spLocks noGrp="1"/>
          </p:cNvSpPr>
          <p:nvPr>
            <p:ph type="title"/>
          </p:nvPr>
        </p:nvSpPr>
        <p:spPr>
          <a:xfrm>
            <a:off x="827013" y="1276350"/>
            <a:ext cx="4764489" cy="1942874"/>
          </a:xfrm>
        </p:spPr>
        <p:txBody>
          <a:bodyPr anchor="b"/>
          <a:lstStyle>
            <a:lvl1pPr>
              <a:lnSpc>
                <a:spcPts val="4200"/>
              </a:lnSpc>
              <a:defRPr sz="4000">
                <a:latin typeface="Gill Sans Nova Light" panose="020B0302020104020203" pitchFamily="34" charset="0"/>
              </a:defRPr>
            </a:lvl1pPr>
          </a:lstStyle>
          <a:p>
            <a:r>
              <a:rPr lang="en-GB"/>
              <a:t>Click to edit Master title style</a:t>
            </a:r>
          </a:p>
        </p:txBody>
      </p:sp>
      <p:sp>
        <p:nvSpPr>
          <p:cNvPr id="11" name="Text Placeholder 6">
            <a:extLst>
              <a:ext uri="{FF2B5EF4-FFF2-40B4-BE49-F238E27FC236}">
                <a16:creationId xmlns:a16="http://schemas.microsoft.com/office/drawing/2014/main" id="{3CEDF5E3-A68C-469F-902C-69F694A0D4F6}"/>
              </a:ext>
            </a:extLst>
          </p:cNvPr>
          <p:cNvSpPr>
            <a:spLocks noGrp="1"/>
          </p:cNvSpPr>
          <p:nvPr>
            <p:ph type="body" sz="quarter" idx="11"/>
          </p:nvPr>
        </p:nvSpPr>
        <p:spPr>
          <a:xfrm>
            <a:off x="831027" y="3452115"/>
            <a:ext cx="3034391" cy="1027810"/>
          </a:xfrm>
        </p:spPr>
        <p:txBody>
          <a:bodyPr>
            <a:normAutofit/>
          </a:bodyPr>
          <a:lstStyle>
            <a:lvl1pPr marL="0" indent="0">
              <a:spcAft>
                <a:spcPts val="0"/>
              </a:spcAft>
              <a:buFont typeface="Arial" panose="020B0604020202020204" pitchFamily="34" charset="0"/>
              <a:buNone/>
              <a:defRPr sz="1600"/>
            </a:lvl1pPr>
            <a:lvl2pPr marL="0" indent="0">
              <a:spcAft>
                <a:spcPts val="0"/>
              </a:spcAft>
              <a:buNone/>
              <a:defRPr sz="1600"/>
            </a:lvl2pPr>
            <a:lvl3pPr marL="0" indent="0">
              <a:spcAft>
                <a:spcPts val="0"/>
              </a:spcAft>
              <a:buNone/>
              <a:defRPr sz="1600"/>
            </a:lvl3pPr>
            <a:lvl4pPr marL="0" indent="0">
              <a:spcAft>
                <a:spcPts val="0"/>
              </a:spcAft>
              <a:buNone/>
              <a:defRPr sz="1600"/>
            </a:lvl4pPr>
            <a:lvl5pPr marL="0" indent="0">
              <a:spcAft>
                <a:spcPts val="0"/>
              </a:spcAft>
              <a:buNone/>
              <a:defRPr sz="1600"/>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1279096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el Slide 3">
    <p:bg>
      <p:bgPr>
        <a:solidFill>
          <a:schemeClr val="bg1"/>
        </a:solidFill>
        <a:effectLst/>
      </p:bgPr>
    </p:bg>
    <p:spTree>
      <p:nvGrpSpPr>
        <p:cNvPr id="1" name=""/>
        <p:cNvGrpSpPr/>
        <p:nvPr/>
      </p:nvGrpSpPr>
      <p:grpSpPr>
        <a:xfrm>
          <a:off x="0" y="0"/>
          <a:ext cx="0" cy="0"/>
          <a:chOff x="0" y="0"/>
          <a:chExt cx="0" cy="0"/>
        </a:xfrm>
      </p:grpSpPr>
      <p:sp>
        <p:nvSpPr>
          <p:cNvPr id="15" name="Rectangle 9">
            <a:extLst>
              <a:ext uri="{FF2B5EF4-FFF2-40B4-BE49-F238E27FC236}">
                <a16:creationId xmlns:a16="http://schemas.microsoft.com/office/drawing/2014/main" id="{2B100237-7431-49D0-8F7C-9E1F2717B96C}"/>
              </a:ext>
            </a:extLst>
          </p:cNvPr>
          <p:cNvSpPr/>
          <p:nvPr userDrawn="1"/>
        </p:nvSpPr>
        <p:spPr>
          <a:xfrm>
            <a:off x="5761585" y="1624745"/>
            <a:ext cx="2419577" cy="2689737"/>
          </a:xfrm>
          <a:custGeom>
            <a:avLst/>
            <a:gdLst>
              <a:gd name="connsiteX0" fmla="*/ 0 w 1861343"/>
              <a:gd name="connsiteY0" fmla="*/ 0 h 2329962"/>
              <a:gd name="connsiteX1" fmla="*/ 1861343 w 1861343"/>
              <a:gd name="connsiteY1" fmla="*/ 0 h 2329962"/>
              <a:gd name="connsiteX2" fmla="*/ 1861343 w 1861343"/>
              <a:gd name="connsiteY2" fmla="*/ 2329962 h 2329962"/>
              <a:gd name="connsiteX3" fmla="*/ 0 w 1861343"/>
              <a:gd name="connsiteY3" fmla="*/ 2329962 h 2329962"/>
              <a:gd name="connsiteX4" fmla="*/ 0 w 1861343"/>
              <a:gd name="connsiteY4" fmla="*/ 0 h 2329962"/>
              <a:gd name="connsiteX0" fmla="*/ 0 w 3408789"/>
              <a:gd name="connsiteY0" fmla="*/ 852854 h 2329962"/>
              <a:gd name="connsiteX1" fmla="*/ 3408789 w 3408789"/>
              <a:gd name="connsiteY1" fmla="*/ 0 h 2329962"/>
              <a:gd name="connsiteX2" fmla="*/ 3408789 w 3408789"/>
              <a:gd name="connsiteY2" fmla="*/ 2329962 h 2329962"/>
              <a:gd name="connsiteX3" fmla="*/ 1547446 w 3408789"/>
              <a:gd name="connsiteY3" fmla="*/ 2329962 h 2329962"/>
              <a:gd name="connsiteX4" fmla="*/ 0 w 3408789"/>
              <a:gd name="connsiteY4" fmla="*/ 852854 h 2329962"/>
              <a:gd name="connsiteX0" fmla="*/ 0 w 3408789"/>
              <a:gd name="connsiteY0" fmla="*/ 852854 h 3516924"/>
              <a:gd name="connsiteX1" fmla="*/ 3408789 w 3408789"/>
              <a:gd name="connsiteY1" fmla="*/ 0 h 3516924"/>
              <a:gd name="connsiteX2" fmla="*/ 3408789 w 3408789"/>
              <a:gd name="connsiteY2" fmla="*/ 2329962 h 3516924"/>
              <a:gd name="connsiteX3" fmla="*/ 483577 w 3408789"/>
              <a:gd name="connsiteY3" fmla="*/ 3516924 h 3516924"/>
              <a:gd name="connsiteX4" fmla="*/ 0 w 3408789"/>
              <a:gd name="connsiteY4" fmla="*/ 852854 h 3516924"/>
              <a:gd name="connsiteX0" fmla="*/ 0 w 3417582"/>
              <a:gd name="connsiteY0" fmla="*/ 852854 h 3789485"/>
              <a:gd name="connsiteX1" fmla="*/ 3408789 w 3417582"/>
              <a:gd name="connsiteY1" fmla="*/ 0 h 3789485"/>
              <a:gd name="connsiteX2" fmla="*/ 3417582 w 3417582"/>
              <a:gd name="connsiteY2" fmla="*/ 3789485 h 3789485"/>
              <a:gd name="connsiteX3" fmla="*/ 483577 w 3417582"/>
              <a:gd name="connsiteY3" fmla="*/ 3516924 h 3789485"/>
              <a:gd name="connsiteX4" fmla="*/ 0 w 3417582"/>
              <a:gd name="connsiteY4" fmla="*/ 852854 h 3789485"/>
              <a:gd name="connsiteX0" fmla="*/ 0 w 3417582"/>
              <a:gd name="connsiteY0" fmla="*/ 852854 h 3789485"/>
              <a:gd name="connsiteX1" fmla="*/ 3408789 w 3417582"/>
              <a:gd name="connsiteY1" fmla="*/ 0 h 3789485"/>
              <a:gd name="connsiteX2" fmla="*/ 3417582 w 3417582"/>
              <a:gd name="connsiteY2" fmla="*/ 3789485 h 3789485"/>
              <a:gd name="connsiteX3" fmla="*/ 501162 w 3417582"/>
              <a:gd name="connsiteY3" fmla="*/ 3570549 h 3789485"/>
              <a:gd name="connsiteX4" fmla="*/ 0 w 3417582"/>
              <a:gd name="connsiteY4" fmla="*/ 852854 h 3789485"/>
              <a:gd name="connsiteX0" fmla="*/ 0 w 3408789"/>
              <a:gd name="connsiteY0" fmla="*/ 852854 h 3852049"/>
              <a:gd name="connsiteX1" fmla="*/ 3408789 w 3408789"/>
              <a:gd name="connsiteY1" fmla="*/ 0 h 3852049"/>
              <a:gd name="connsiteX2" fmla="*/ 3399997 w 3408789"/>
              <a:gd name="connsiteY2" fmla="*/ 3852049 h 3852049"/>
              <a:gd name="connsiteX3" fmla="*/ 501162 w 3408789"/>
              <a:gd name="connsiteY3" fmla="*/ 3570549 h 3852049"/>
              <a:gd name="connsiteX4" fmla="*/ 0 w 3408789"/>
              <a:gd name="connsiteY4" fmla="*/ 852854 h 3852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789" h="3852049">
                <a:moveTo>
                  <a:pt x="0" y="852854"/>
                </a:moveTo>
                <a:lnTo>
                  <a:pt x="3408789" y="0"/>
                </a:lnTo>
                <a:cubicBezTo>
                  <a:pt x="3405858" y="1284016"/>
                  <a:pt x="3402928" y="2568033"/>
                  <a:pt x="3399997" y="3852049"/>
                </a:cubicBezTo>
                <a:lnTo>
                  <a:pt x="501162" y="3570549"/>
                </a:lnTo>
                <a:lnTo>
                  <a:pt x="0" y="852854"/>
                </a:lnTo>
                <a:close/>
              </a:path>
            </a:pathLst>
          </a:custGeom>
          <a:no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DF9714C5-06E3-4370-A728-9DC7B080DE43}"/>
              </a:ext>
            </a:extLst>
          </p:cNvPr>
          <p:cNvSpPr txBox="1"/>
          <p:nvPr userDrawn="1"/>
        </p:nvSpPr>
        <p:spPr>
          <a:xfrm>
            <a:off x="6787662" y="4613375"/>
            <a:ext cx="1997563" cy="153888"/>
          </a:xfrm>
          <a:prstGeom prst="rect">
            <a:avLst/>
          </a:prstGeom>
          <a:noFill/>
        </p:spPr>
        <p:txBody>
          <a:bodyPr wrap="square" lIns="0" tIns="0" rIns="0" bIns="0" rtlCol="0">
            <a:spAutoFit/>
          </a:bodyPr>
          <a:lstStyle/>
          <a:p>
            <a:pPr algn="r"/>
            <a:r>
              <a:rPr lang="en-GB" sz="1000">
                <a:solidFill>
                  <a:schemeClr val="tx1"/>
                </a:solidFill>
              </a:rPr>
              <a:t>From </a:t>
            </a:r>
            <a:r>
              <a:rPr lang="en-GB" sz="1000" err="1">
                <a:solidFill>
                  <a:schemeClr val="tx1"/>
                </a:solidFill>
              </a:rPr>
              <a:t>insight</a:t>
            </a:r>
            <a:r>
              <a:rPr lang="en-GB" sz="1000">
                <a:solidFill>
                  <a:schemeClr val="tx1"/>
                </a:solidFill>
              </a:rPr>
              <a:t> </a:t>
            </a:r>
            <a:r>
              <a:rPr lang="en-GB" sz="1000" err="1">
                <a:solidFill>
                  <a:schemeClr val="tx1"/>
                </a:solidFill>
              </a:rPr>
              <a:t>to</a:t>
            </a:r>
            <a:r>
              <a:rPr lang="en-GB" sz="1000">
                <a:solidFill>
                  <a:schemeClr val="tx1"/>
                </a:solidFill>
              </a:rPr>
              <a:t> </a:t>
            </a:r>
            <a:r>
              <a:rPr lang="en-GB" sz="1000" err="1">
                <a:solidFill>
                  <a:schemeClr val="tx1"/>
                </a:solidFill>
              </a:rPr>
              <a:t>impact</a:t>
            </a:r>
            <a:r>
              <a:rPr lang="en-GB" sz="1000">
                <a:solidFill>
                  <a:schemeClr val="tx1"/>
                </a:solidFill>
              </a:rPr>
              <a:t>.</a:t>
            </a:r>
          </a:p>
        </p:txBody>
      </p:sp>
      <p:sp>
        <p:nvSpPr>
          <p:cNvPr id="10" name="Rectangle 9">
            <a:extLst>
              <a:ext uri="{FF2B5EF4-FFF2-40B4-BE49-F238E27FC236}">
                <a16:creationId xmlns:a16="http://schemas.microsoft.com/office/drawing/2014/main" id="{3E4AF4D0-D837-4E91-97F8-5213372D62BA}"/>
              </a:ext>
            </a:extLst>
          </p:cNvPr>
          <p:cNvSpPr/>
          <p:nvPr userDrawn="1"/>
        </p:nvSpPr>
        <p:spPr>
          <a:xfrm>
            <a:off x="5761585" y="450660"/>
            <a:ext cx="3408789" cy="3789400"/>
          </a:xfrm>
          <a:custGeom>
            <a:avLst/>
            <a:gdLst>
              <a:gd name="connsiteX0" fmla="*/ 0 w 1861343"/>
              <a:gd name="connsiteY0" fmla="*/ 0 h 2329962"/>
              <a:gd name="connsiteX1" fmla="*/ 1861343 w 1861343"/>
              <a:gd name="connsiteY1" fmla="*/ 0 h 2329962"/>
              <a:gd name="connsiteX2" fmla="*/ 1861343 w 1861343"/>
              <a:gd name="connsiteY2" fmla="*/ 2329962 h 2329962"/>
              <a:gd name="connsiteX3" fmla="*/ 0 w 1861343"/>
              <a:gd name="connsiteY3" fmla="*/ 2329962 h 2329962"/>
              <a:gd name="connsiteX4" fmla="*/ 0 w 1861343"/>
              <a:gd name="connsiteY4" fmla="*/ 0 h 2329962"/>
              <a:gd name="connsiteX0" fmla="*/ 0 w 3408789"/>
              <a:gd name="connsiteY0" fmla="*/ 852854 h 2329962"/>
              <a:gd name="connsiteX1" fmla="*/ 3408789 w 3408789"/>
              <a:gd name="connsiteY1" fmla="*/ 0 h 2329962"/>
              <a:gd name="connsiteX2" fmla="*/ 3408789 w 3408789"/>
              <a:gd name="connsiteY2" fmla="*/ 2329962 h 2329962"/>
              <a:gd name="connsiteX3" fmla="*/ 1547446 w 3408789"/>
              <a:gd name="connsiteY3" fmla="*/ 2329962 h 2329962"/>
              <a:gd name="connsiteX4" fmla="*/ 0 w 3408789"/>
              <a:gd name="connsiteY4" fmla="*/ 852854 h 2329962"/>
              <a:gd name="connsiteX0" fmla="*/ 0 w 3408789"/>
              <a:gd name="connsiteY0" fmla="*/ 852854 h 3516924"/>
              <a:gd name="connsiteX1" fmla="*/ 3408789 w 3408789"/>
              <a:gd name="connsiteY1" fmla="*/ 0 h 3516924"/>
              <a:gd name="connsiteX2" fmla="*/ 3408789 w 3408789"/>
              <a:gd name="connsiteY2" fmla="*/ 2329962 h 3516924"/>
              <a:gd name="connsiteX3" fmla="*/ 483577 w 3408789"/>
              <a:gd name="connsiteY3" fmla="*/ 3516924 h 3516924"/>
              <a:gd name="connsiteX4" fmla="*/ 0 w 3408789"/>
              <a:gd name="connsiteY4" fmla="*/ 852854 h 3516924"/>
              <a:gd name="connsiteX0" fmla="*/ 0 w 3417582"/>
              <a:gd name="connsiteY0" fmla="*/ 852854 h 3789485"/>
              <a:gd name="connsiteX1" fmla="*/ 3408789 w 3417582"/>
              <a:gd name="connsiteY1" fmla="*/ 0 h 3789485"/>
              <a:gd name="connsiteX2" fmla="*/ 3417582 w 3417582"/>
              <a:gd name="connsiteY2" fmla="*/ 3789485 h 3789485"/>
              <a:gd name="connsiteX3" fmla="*/ 483577 w 3417582"/>
              <a:gd name="connsiteY3" fmla="*/ 3516924 h 3789485"/>
              <a:gd name="connsiteX4" fmla="*/ 0 w 3417582"/>
              <a:gd name="connsiteY4" fmla="*/ 852854 h 3789485"/>
              <a:gd name="connsiteX0" fmla="*/ 0 w 3417582"/>
              <a:gd name="connsiteY0" fmla="*/ 852854 h 3789485"/>
              <a:gd name="connsiteX1" fmla="*/ 3408789 w 3417582"/>
              <a:gd name="connsiteY1" fmla="*/ 0 h 3789485"/>
              <a:gd name="connsiteX2" fmla="*/ 3417582 w 3417582"/>
              <a:gd name="connsiteY2" fmla="*/ 3789485 h 3789485"/>
              <a:gd name="connsiteX3" fmla="*/ 501162 w 3417582"/>
              <a:gd name="connsiteY3" fmla="*/ 3570549 h 3789485"/>
              <a:gd name="connsiteX4" fmla="*/ 0 w 3417582"/>
              <a:gd name="connsiteY4" fmla="*/ 852854 h 3789485"/>
              <a:gd name="connsiteX0" fmla="*/ 0 w 3408789"/>
              <a:gd name="connsiteY0" fmla="*/ 852854 h 3852049"/>
              <a:gd name="connsiteX1" fmla="*/ 3408789 w 3408789"/>
              <a:gd name="connsiteY1" fmla="*/ 0 h 3852049"/>
              <a:gd name="connsiteX2" fmla="*/ 3399997 w 3408789"/>
              <a:gd name="connsiteY2" fmla="*/ 3852049 h 3852049"/>
              <a:gd name="connsiteX3" fmla="*/ 501162 w 3408789"/>
              <a:gd name="connsiteY3" fmla="*/ 3570549 h 3852049"/>
              <a:gd name="connsiteX4" fmla="*/ 0 w 3408789"/>
              <a:gd name="connsiteY4" fmla="*/ 852854 h 3852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789" h="3852049">
                <a:moveTo>
                  <a:pt x="0" y="852854"/>
                </a:moveTo>
                <a:lnTo>
                  <a:pt x="3408789" y="0"/>
                </a:lnTo>
                <a:cubicBezTo>
                  <a:pt x="3405858" y="1284016"/>
                  <a:pt x="3402928" y="2568033"/>
                  <a:pt x="3399997" y="3852049"/>
                </a:cubicBezTo>
                <a:lnTo>
                  <a:pt x="501162" y="3570549"/>
                </a:lnTo>
                <a:lnTo>
                  <a:pt x="0" y="852854"/>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454048897" name="Rectangle 7" descr="{&quot;templafy&quot;:{&quot;id&quot;:&quot;60decd77-64bd-4728-8e67-94f71ea766de&quot;}}"/>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58775" y="313025"/>
            <a:ext cx="2221200" cy="460800"/>
          </a:xfrm>
          <a:prstGeom prst="rect">
            <a:avLst/>
          </a:prstGeom>
        </p:spPr>
      </p:pic>
      <p:sp>
        <p:nvSpPr>
          <p:cNvPr id="13" name="Title 4">
            <a:extLst>
              <a:ext uri="{FF2B5EF4-FFF2-40B4-BE49-F238E27FC236}">
                <a16:creationId xmlns:a16="http://schemas.microsoft.com/office/drawing/2014/main" id="{77013848-41F0-44AD-9301-BEF9A1A4878E}"/>
              </a:ext>
            </a:extLst>
          </p:cNvPr>
          <p:cNvSpPr>
            <a:spLocks noGrp="1"/>
          </p:cNvSpPr>
          <p:nvPr>
            <p:ph type="title"/>
          </p:nvPr>
        </p:nvSpPr>
        <p:spPr>
          <a:xfrm>
            <a:off x="827013" y="1276350"/>
            <a:ext cx="4503600" cy="1942874"/>
          </a:xfrm>
        </p:spPr>
        <p:txBody>
          <a:bodyPr anchor="b"/>
          <a:lstStyle>
            <a:lvl1pPr>
              <a:lnSpc>
                <a:spcPts val="4200"/>
              </a:lnSpc>
              <a:defRPr sz="4000">
                <a:latin typeface="Gill Sans Nova Light" panose="020B0302020104020203" pitchFamily="34" charset="0"/>
              </a:defRPr>
            </a:lvl1pPr>
          </a:lstStyle>
          <a:p>
            <a:r>
              <a:rPr lang="en-GB"/>
              <a:t>Click to edit Master title style</a:t>
            </a:r>
          </a:p>
        </p:txBody>
      </p:sp>
      <p:sp>
        <p:nvSpPr>
          <p:cNvPr id="14" name="Text Placeholder 6">
            <a:extLst>
              <a:ext uri="{FF2B5EF4-FFF2-40B4-BE49-F238E27FC236}">
                <a16:creationId xmlns:a16="http://schemas.microsoft.com/office/drawing/2014/main" id="{8245421C-670F-4227-B79D-994FE547F9A2}"/>
              </a:ext>
            </a:extLst>
          </p:cNvPr>
          <p:cNvSpPr>
            <a:spLocks noGrp="1"/>
          </p:cNvSpPr>
          <p:nvPr>
            <p:ph type="body" sz="quarter" idx="11"/>
          </p:nvPr>
        </p:nvSpPr>
        <p:spPr>
          <a:xfrm>
            <a:off x="831027" y="3452115"/>
            <a:ext cx="3650486" cy="1027810"/>
          </a:xfrm>
        </p:spPr>
        <p:txBody>
          <a:bodyPr>
            <a:normAutofit/>
          </a:bodyPr>
          <a:lstStyle>
            <a:lvl1pPr marL="0" indent="0">
              <a:spcAft>
                <a:spcPts val="0"/>
              </a:spcAft>
              <a:buFont typeface="Arial" panose="020B0604020202020204" pitchFamily="34" charset="0"/>
              <a:buNone/>
              <a:defRPr sz="1600"/>
            </a:lvl1pPr>
            <a:lvl2pPr marL="0" indent="0">
              <a:spcAft>
                <a:spcPts val="0"/>
              </a:spcAft>
              <a:buNone/>
              <a:defRPr sz="1600"/>
            </a:lvl2pPr>
            <a:lvl3pPr marL="0" indent="0">
              <a:spcAft>
                <a:spcPts val="0"/>
              </a:spcAft>
              <a:buNone/>
              <a:defRPr sz="1600"/>
            </a:lvl3pPr>
            <a:lvl4pPr marL="0" indent="0">
              <a:spcAft>
                <a:spcPts val="0"/>
              </a:spcAft>
              <a:buNone/>
              <a:defRPr sz="1600"/>
            </a:lvl4pPr>
            <a:lvl5pPr marL="0" indent="0">
              <a:spcAft>
                <a:spcPts val="0"/>
              </a:spcAft>
              <a:buNone/>
              <a:defRPr sz="1600"/>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13445163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Agenda mit Bild">
    <p:spTree>
      <p:nvGrpSpPr>
        <p:cNvPr id="1" name=""/>
        <p:cNvGrpSpPr/>
        <p:nvPr/>
      </p:nvGrpSpPr>
      <p:grpSpPr>
        <a:xfrm>
          <a:off x="0" y="0"/>
          <a:ext cx="0" cy="0"/>
          <a:chOff x="0" y="0"/>
          <a:chExt cx="0" cy="0"/>
        </a:xfrm>
      </p:grpSpPr>
      <p:pic>
        <p:nvPicPr>
          <p:cNvPr id="12" name="Picture 11" descr="A picture containing skating, building, ramp, board&#10;&#10;Description automatically generated">
            <a:extLst>
              <a:ext uri="{FF2B5EF4-FFF2-40B4-BE49-F238E27FC236}">
                <a16:creationId xmlns:a16="http://schemas.microsoft.com/office/drawing/2014/main" id="{71655C6F-D683-4181-8A76-C2CF9E2F41C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63683" y="0"/>
            <a:ext cx="3180318" cy="5143500"/>
          </a:xfrm>
          <a:prstGeom prst="rect">
            <a:avLst/>
          </a:prstGeom>
        </p:spPr>
      </p:pic>
      <p:sp>
        <p:nvSpPr>
          <p:cNvPr id="7" name="Freeform: Shape 6">
            <a:extLst>
              <a:ext uri="{FF2B5EF4-FFF2-40B4-BE49-F238E27FC236}">
                <a16:creationId xmlns:a16="http://schemas.microsoft.com/office/drawing/2014/main" id="{32FAFF1B-D695-4F04-8B58-692674CF4A5C}"/>
              </a:ext>
            </a:extLst>
          </p:cNvPr>
          <p:cNvSpPr>
            <a:spLocks noChangeAspect="1"/>
          </p:cNvSpPr>
          <p:nvPr userDrawn="1"/>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AA9D5294-8509-42D7-B32F-8FB3BCBBB9D0}"/>
              </a:ext>
            </a:extLst>
          </p:cNvPr>
          <p:cNvSpPr>
            <a:spLocks noGrp="1"/>
          </p:cNvSpPr>
          <p:nvPr>
            <p:ph type="title"/>
          </p:nvPr>
        </p:nvSpPr>
        <p:spPr>
          <a:xfrm>
            <a:off x="358775" y="376238"/>
            <a:ext cx="5464509" cy="675727"/>
          </a:xfrm>
        </p:spPr>
        <p:txBody>
          <a:bodyPr/>
          <a:lstStyle>
            <a:lvl1pPr>
              <a:lnSpc>
                <a:spcPts val="4400"/>
              </a:lnSpc>
              <a:defRPr sz="4000">
                <a:latin typeface="Gill Sans Nova Light" panose="020B0302020104020203" pitchFamily="34" charset="0"/>
              </a:defRPr>
            </a:lvl1pPr>
          </a:lstStyle>
          <a:p>
            <a:r>
              <a:rPr lang="en-GB"/>
              <a:t>Click to edit Master title style</a:t>
            </a:r>
          </a:p>
        </p:txBody>
      </p:sp>
      <p:sp>
        <p:nvSpPr>
          <p:cNvPr id="5" name="Text Placeholder 4">
            <a:extLst>
              <a:ext uri="{FF2B5EF4-FFF2-40B4-BE49-F238E27FC236}">
                <a16:creationId xmlns:a16="http://schemas.microsoft.com/office/drawing/2014/main" id="{47F3237B-A6D8-401E-A0E8-75ED37DDC0FA}"/>
              </a:ext>
            </a:extLst>
          </p:cNvPr>
          <p:cNvSpPr>
            <a:spLocks noGrp="1"/>
          </p:cNvSpPr>
          <p:nvPr>
            <p:ph type="body" sz="quarter" idx="13"/>
          </p:nvPr>
        </p:nvSpPr>
        <p:spPr>
          <a:xfrm>
            <a:off x="358775" y="1276350"/>
            <a:ext cx="5000404" cy="3203575"/>
          </a:xfrm>
        </p:spPr>
        <p:txBody>
          <a:bodyPr>
            <a:normAutofit/>
          </a:bodyPr>
          <a:lstStyle>
            <a:lvl1pPr marL="396000" indent="-396000">
              <a:spcAft>
                <a:spcPts val="600"/>
              </a:spcAft>
              <a:buFont typeface="+mj-lt"/>
              <a:buAutoNum type="arabicPeriod"/>
              <a:defRPr sz="1600"/>
            </a:lvl1pPr>
            <a:lvl2pPr marL="342900" indent="-342900">
              <a:spcAft>
                <a:spcPts val="600"/>
              </a:spcAft>
              <a:buFont typeface="+mj-lt"/>
              <a:buAutoNum type="arabicPeriod"/>
              <a:defRPr sz="1600"/>
            </a:lvl2pPr>
            <a:lvl3pPr marL="342900" indent="-342900">
              <a:spcAft>
                <a:spcPts val="600"/>
              </a:spcAft>
              <a:buFont typeface="+mj-lt"/>
              <a:buAutoNum type="arabicPeriod"/>
              <a:defRPr sz="1600"/>
            </a:lvl3pPr>
            <a:lvl4pPr marL="342900" indent="-342900">
              <a:spcAft>
                <a:spcPts val="600"/>
              </a:spcAft>
              <a:buFont typeface="+mj-lt"/>
              <a:buAutoNum type="arabicPeriod"/>
              <a:defRPr sz="1600"/>
            </a:lvl4pPr>
            <a:lvl5pPr marL="342900" indent="-342900">
              <a:spcAft>
                <a:spcPts val="600"/>
              </a:spcAft>
              <a:buFont typeface="+mj-lt"/>
              <a:buAutoNum type="arabicPeriod"/>
              <a:defRPr sz="1600"/>
            </a:lvl5pPr>
          </a:lstStyle>
          <a:p>
            <a:pPr lvl="0"/>
            <a:r>
              <a:rPr lang="en-GB"/>
              <a:t>Click to edit Master text styles</a:t>
            </a:r>
          </a:p>
        </p:txBody>
      </p:sp>
      <p:sp>
        <p:nvSpPr>
          <p:cNvPr id="6" name="Slide Number Placeholder 5">
            <a:extLst>
              <a:ext uri="{FF2B5EF4-FFF2-40B4-BE49-F238E27FC236}">
                <a16:creationId xmlns:a16="http://schemas.microsoft.com/office/drawing/2014/main" id="{8E64CDDE-58C2-4810-8B30-D17CF249E28D}"/>
              </a:ext>
            </a:extLst>
          </p:cNvPr>
          <p:cNvSpPr>
            <a:spLocks noGrp="1"/>
          </p:cNvSpPr>
          <p:nvPr>
            <p:ph type="sldNum" sz="quarter" idx="16"/>
          </p:nvPr>
        </p:nvSpPr>
        <p:spPr/>
        <p:txBody>
          <a:bodyPr/>
          <a:lstStyle/>
          <a:p>
            <a:fld id="{7559FC98-AF75-4A00-A03C-DF9FEBF6BCB9}" type="slidenum">
              <a:rPr lang="en-GB" smtClean="0"/>
              <a:pPr/>
              <a:t>‹#›</a:t>
            </a:fld>
            <a:endParaRPr lang="en-GB"/>
          </a:p>
        </p:txBody>
      </p:sp>
      <p:sp>
        <p:nvSpPr>
          <p:cNvPr id="8" name="Rectangle 7" descr="{&quot;templafy&quot;:{&quot;id&quot;:&quot;d14a7a3d-8c0e-42c3-af8f-2b1159ed47d5&quot;}}">
            <a:extLst>
              <a:ext uri="{FF2B5EF4-FFF2-40B4-BE49-F238E27FC236}">
                <a16:creationId xmlns:a16="http://schemas.microsoft.com/office/drawing/2014/main" id="{E6F37757-2E2F-45B4-8E6C-0B6588D2DCE2}"/>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a:solidFill>
                  <a:schemeClr val="tx1"/>
                </a:solidFill>
              </a:rPr>
              <a:t>13 April 2023</a:t>
            </a:r>
          </a:p>
        </p:txBody>
      </p:sp>
      <p:sp>
        <p:nvSpPr>
          <p:cNvPr id="10" name="Rectangle 9" descr="{&quot;templafy&quot;:{&quot;id&quot;:&quot;c3b84be9-0e72-4c1c-9da1-6b054c3b2ed9&quot;}}">
            <a:extLst>
              <a:ext uri="{FF2B5EF4-FFF2-40B4-BE49-F238E27FC236}">
                <a16:creationId xmlns:a16="http://schemas.microsoft.com/office/drawing/2014/main" id="{AA1C14F3-85E4-47DF-A8F9-0A6C945C6727}"/>
              </a:ext>
            </a:extLst>
          </p:cNvPr>
          <p:cNvSpPr/>
          <p:nvPr userDrawn="1"/>
        </p:nvSpPr>
        <p:spPr>
          <a:xfrm>
            <a:off x="2516261" y="4767263"/>
            <a:ext cx="3307023"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endParaRPr lang="en-GB" sz="800">
              <a:solidFill>
                <a:schemeClr val="tx1"/>
              </a:solidFill>
            </a:endParaRPr>
          </a:p>
        </p:txBody>
      </p:sp>
      <p:pic>
        <p:nvPicPr>
          <p:cNvPr id="793535704" name="Rectangle 10" descr="{&quot;templafy&quot;:{&quot;id&quot;:&quot;e102212e-2977-4411-922d-25ee19f9a88e&quot;}}"/>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58775" y="4668427"/>
            <a:ext cx="1026000" cy="212400"/>
          </a:xfrm>
          <a:prstGeom prst="rect">
            <a:avLst/>
          </a:prstGeom>
        </p:spPr>
      </p:pic>
      <p:sp>
        <p:nvSpPr>
          <p:cNvPr id="13" name="Rectangle 12" descr="{&quot;templafy&quot;:{&quot;id&quot;:&quot;66bab877-0e7b-4bec-af7a-b785cef9e42e&quot;}}" hidden="1">
            <a:extLst>
              <a:ext uri="{FF2B5EF4-FFF2-40B4-BE49-F238E27FC236}">
                <a16:creationId xmlns:a16="http://schemas.microsoft.com/office/drawing/2014/main" id="{829DC8B1-9D54-4E8C-B174-7B9355FD57F9}"/>
              </a:ext>
            </a:extLst>
          </p:cNvPr>
          <p:cNvSpPr/>
          <p:nvPr userDrawn="1"/>
        </p:nvSpPr>
        <p:spPr>
          <a:xfrm>
            <a:off x="358775" y="4768290"/>
            <a:ext cx="2569063" cy="188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u="none">
                <a:solidFill>
                  <a:schemeClr val="tx1"/>
                </a:solidFill>
              </a:rPr>
              <a:t>University of St.Gallen</a:t>
            </a:r>
          </a:p>
        </p:txBody>
      </p:sp>
    </p:spTree>
    <p:extLst>
      <p:ext uri="{BB962C8B-B14F-4D97-AF65-F5344CB8AC3E}">
        <p14:creationId xmlns:p14="http://schemas.microsoft.com/office/powerpoint/2010/main" val="234139459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Kapiteltrenner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B88CA-EB6E-49E8-8E20-86448C5223EB}"/>
              </a:ext>
            </a:extLst>
          </p:cNvPr>
          <p:cNvSpPr>
            <a:spLocks noGrp="1"/>
          </p:cNvSpPr>
          <p:nvPr>
            <p:ph type="title"/>
          </p:nvPr>
        </p:nvSpPr>
        <p:spPr>
          <a:xfrm>
            <a:off x="1548000" y="376238"/>
            <a:ext cx="7237225" cy="2496171"/>
          </a:xfrm>
        </p:spPr>
        <p:txBody>
          <a:bodyPr anchor="b">
            <a:normAutofit/>
          </a:bodyPr>
          <a:lstStyle>
            <a:lvl1pPr marL="0" indent="0" algn="l">
              <a:lnSpc>
                <a:spcPts val="5200"/>
              </a:lnSpc>
              <a:buFont typeface="+mj-lt"/>
              <a:buNone/>
              <a:defRPr sz="5000">
                <a:solidFill>
                  <a:schemeClr val="bg2"/>
                </a:solidFill>
                <a:latin typeface="Gill Sans Nova Light" panose="020B0302020104020203" pitchFamily="34" charset="0"/>
              </a:defRPr>
            </a:lvl1pPr>
          </a:lstStyle>
          <a:p>
            <a:r>
              <a:rPr lang="en-GB"/>
              <a:t>Click to edit Master title style</a:t>
            </a:r>
          </a:p>
        </p:txBody>
      </p:sp>
      <p:sp>
        <p:nvSpPr>
          <p:cNvPr id="3" name="Text Placeholder 2">
            <a:extLst>
              <a:ext uri="{FF2B5EF4-FFF2-40B4-BE49-F238E27FC236}">
                <a16:creationId xmlns:a16="http://schemas.microsoft.com/office/drawing/2014/main" id="{93182261-379D-435B-BB30-A2A9B6CF3E6F}"/>
              </a:ext>
            </a:extLst>
          </p:cNvPr>
          <p:cNvSpPr>
            <a:spLocks noGrp="1"/>
          </p:cNvSpPr>
          <p:nvPr>
            <p:ph type="body" idx="1"/>
          </p:nvPr>
        </p:nvSpPr>
        <p:spPr>
          <a:xfrm>
            <a:off x="1548000" y="3001618"/>
            <a:ext cx="6025617" cy="1478308"/>
          </a:xfrm>
        </p:spPr>
        <p:txBody>
          <a:bodyPr>
            <a:normAutofit/>
          </a:bodyPr>
          <a:lstStyle>
            <a:lvl1pPr marL="0" indent="0">
              <a:buNone/>
              <a:defRPr sz="2400">
                <a:solidFill>
                  <a:schemeClr val="bg2"/>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8" name="Freeform 7">
            <a:extLst>
              <a:ext uri="{FF2B5EF4-FFF2-40B4-BE49-F238E27FC236}">
                <a16:creationId xmlns:a16="http://schemas.microsoft.com/office/drawing/2014/main" id="{44F0F4DE-061A-E5A8-A255-3561D7280481}"/>
              </a:ext>
            </a:extLst>
          </p:cNvPr>
          <p:cNvSpPr>
            <a:spLocks noChangeAspect="1"/>
          </p:cNvSpPr>
          <p:nvPr userDrawn="1"/>
        </p:nvSpPr>
        <p:spPr>
          <a:xfrm>
            <a:off x="4572001" y="3166310"/>
            <a:ext cx="4572000" cy="1977190"/>
          </a:xfrm>
          <a:custGeom>
            <a:avLst/>
            <a:gdLst>
              <a:gd name="connsiteX0" fmla="*/ 4572000 w 4572000"/>
              <a:gd name="connsiteY0" fmla="*/ 0 h 1977190"/>
              <a:gd name="connsiteX1" fmla="*/ 4572000 w 4572000"/>
              <a:gd name="connsiteY1" fmla="*/ 1977190 h 1977190"/>
              <a:gd name="connsiteX2" fmla="*/ 166706 w 4572000"/>
              <a:gd name="connsiteY2" fmla="*/ 1977190 h 1977190"/>
              <a:gd name="connsiteX3" fmla="*/ 0 w 4572000"/>
              <a:gd name="connsiteY3" fmla="*/ 1046862 h 1977190"/>
            </a:gdLst>
            <a:ahLst/>
            <a:cxnLst>
              <a:cxn ang="0">
                <a:pos x="connsiteX0" y="connsiteY0"/>
              </a:cxn>
              <a:cxn ang="0">
                <a:pos x="connsiteX1" y="connsiteY1"/>
              </a:cxn>
              <a:cxn ang="0">
                <a:pos x="connsiteX2" y="connsiteY2"/>
              </a:cxn>
              <a:cxn ang="0">
                <a:pos x="connsiteX3" y="connsiteY3"/>
              </a:cxn>
            </a:cxnLst>
            <a:rect l="l" t="t" r="r" b="b"/>
            <a:pathLst>
              <a:path w="4572000" h="1977190">
                <a:moveTo>
                  <a:pt x="4572000" y="0"/>
                </a:moveTo>
                <a:lnTo>
                  <a:pt x="4572000" y="1977190"/>
                </a:lnTo>
                <a:lnTo>
                  <a:pt x="166706" y="1977190"/>
                </a:lnTo>
                <a:lnTo>
                  <a:pt x="0" y="1046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18672474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Kapiteltrenner 2">
    <p:bg>
      <p:bgPr>
        <a:solidFill>
          <a:schemeClr val="bg2"/>
        </a:solid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DC68F798-C07C-4BF8-8573-0552735B83EA}"/>
              </a:ext>
            </a:extLst>
          </p:cNvPr>
          <p:cNvSpPr>
            <a:spLocks noGrp="1"/>
          </p:cNvSpPr>
          <p:nvPr>
            <p:ph type="pic" sz="quarter" idx="11"/>
          </p:nvPr>
        </p:nvSpPr>
        <p:spPr>
          <a:xfrm>
            <a:off x="0" y="0"/>
            <a:ext cx="9144000" cy="5143500"/>
          </a:xfrm>
        </p:spPr>
        <p:txBody>
          <a:bodyPr/>
          <a:lstStyle/>
          <a:p>
            <a:r>
              <a:rPr lang="en-GB"/>
              <a:t>Click icon to add picture</a:t>
            </a:r>
          </a:p>
        </p:txBody>
      </p:sp>
      <p:sp>
        <p:nvSpPr>
          <p:cNvPr id="2" name="Title 1">
            <a:extLst>
              <a:ext uri="{FF2B5EF4-FFF2-40B4-BE49-F238E27FC236}">
                <a16:creationId xmlns:a16="http://schemas.microsoft.com/office/drawing/2014/main" id="{874B88CA-EB6E-49E8-8E20-86448C5223EB}"/>
              </a:ext>
            </a:extLst>
          </p:cNvPr>
          <p:cNvSpPr>
            <a:spLocks noGrp="1"/>
          </p:cNvSpPr>
          <p:nvPr>
            <p:ph type="title"/>
          </p:nvPr>
        </p:nvSpPr>
        <p:spPr>
          <a:xfrm>
            <a:off x="1548000" y="376238"/>
            <a:ext cx="7237225" cy="2496171"/>
          </a:xfrm>
        </p:spPr>
        <p:txBody>
          <a:bodyPr anchor="b">
            <a:normAutofit/>
          </a:bodyPr>
          <a:lstStyle>
            <a:lvl1pPr marL="0" indent="0" algn="l">
              <a:lnSpc>
                <a:spcPts val="5200"/>
              </a:lnSpc>
              <a:buFont typeface="+mj-lt"/>
              <a:buNone/>
              <a:defRPr sz="5000">
                <a:solidFill>
                  <a:schemeClr val="tx1"/>
                </a:solidFill>
                <a:latin typeface="Gill Sans Nova Light" panose="020B0302020104020203" pitchFamily="34" charset="0"/>
              </a:defRPr>
            </a:lvl1pPr>
          </a:lstStyle>
          <a:p>
            <a:r>
              <a:rPr lang="en-GB"/>
              <a:t>Click to edit Master title style</a:t>
            </a:r>
          </a:p>
        </p:txBody>
      </p:sp>
      <p:sp>
        <p:nvSpPr>
          <p:cNvPr id="3" name="Text Placeholder 2">
            <a:extLst>
              <a:ext uri="{FF2B5EF4-FFF2-40B4-BE49-F238E27FC236}">
                <a16:creationId xmlns:a16="http://schemas.microsoft.com/office/drawing/2014/main" id="{93182261-379D-435B-BB30-A2A9B6CF3E6F}"/>
              </a:ext>
            </a:extLst>
          </p:cNvPr>
          <p:cNvSpPr>
            <a:spLocks noGrp="1"/>
          </p:cNvSpPr>
          <p:nvPr>
            <p:ph type="body" idx="1"/>
          </p:nvPr>
        </p:nvSpPr>
        <p:spPr>
          <a:xfrm>
            <a:off x="1548000" y="3001618"/>
            <a:ext cx="6025617" cy="1478308"/>
          </a:xfrm>
        </p:spPr>
        <p:txBody>
          <a:bodyPr>
            <a:normAutofit/>
          </a:bodyPr>
          <a:lstStyle>
            <a:lvl1pPr marL="0" indent="0">
              <a:buNone/>
              <a:defRPr sz="24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Tree>
    <p:extLst>
      <p:ext uri="{BB962C8B-B14F-4D97-AF65-F5344CB8AC3E}">
        <p14:creationId xmlns:p14="http://schemas.microsoft.com/office/powerpoint/2010/main" val="22511387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el zwei Content">
    <p:bg>
      <p:bgPr>
        <a:solidFill>
          <a:schemeClr val="bg1">
            <a:lumMod val="95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5543F47-BCA1-4586-9B7A-452F67C480C8}"/>
              </a:ext>
            </a:extLst>
          </p:cNvPr>
          <p:cNvSpPr>
            <a:spLocks noChangeAspect="1"/>
          </p:cNvSpPr>
          <p:nvPr userDrawn="1"/>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FE04952E-FCB6-493B-899A-78F0FFCB3F2D}"/>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8CD7A6B4-FE62-49DA-AB92-A00E16DDD412}"/>
              </a:ext>
            </a:extLst>
          </p:cNvPr>
          <p:cNvSpPr>
            <a:spLocks noGrp="1"/>
          </p:cNvSpPr>
          <p:nvPr>
            <p:ph sz="half" idx="1"/>
          </p:nvPr>
        </p:nvSpPr>
        <p:spPr>
          <a:xfrm>
            <a:off x="358776" y="1276349"/>
            <a:ext cx="4122738" cy="3203576"/>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E44DB25E-F340-4288-90DE-3831A8F49925}"/>
              </a:ext>
            </a:extLst>
          </p:cNvPr>
          <p:cNvSpPr>
            <a:spLocks noGrp="1"/>
          </p:cNvSpPr>
          <p:nvPr>
            <p:ph sz="half" idx="2"/>
          </p:nvPr>
        </p:nvSpPr>
        <p:spPr>
          <a:xfrm>
            <a:off x="4662487" y="1276350"/>
            <a:ext cx="4122737" cy="3203575"/>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Slide Number Placeholder 11">
            <a:extLst>
              <a:ext uri="{FF2B5EF4-FFF2-40B4-BE49-F238E27FC236}">
                <a16:creationId xmlns:a16="http://schemas.microsoft.com/office/drawing/2014/main" id="{E2CF5E38-DB35-4A9B-8D0E-E97D18CDB2BC}"/>
              </a:ext>
            </a:extLst>
          </p:cNvPr>
          <p:cNvSpPr>
            <a:spLocks noGrp="1"/>
          </p:cNvSpPr>
          <p:nvPr>
            <p:ph type="sldNum" sz="quarter" idx="16"/>
          </p:nvPr>
        </p:nvSpPr>
        <p:spPr/>
        <p:txBody>
          <a:bodyPr/>
          <a:lstStyle/>
          <a:p>
            <a:fld id="{7559FC98-AF75-4A00-A03C-DF9FEBF6BCB9}" type="slidenum">
              <a:rPr lang="en-GB" smtClean="0"/>
              <a:pPr/>
              <a:t>‹#›</a:t>
            </a:fld>
            <a:endParaRPr lang="en-GB"/>
          </a:p>
        </p:txBody>
      </p:sp>
      <p:sp>
        <p:nvSpPr>
          <p:cNvPr id="15" name="Rectangle 14" descr="{&quot;templafy&quot;:{&quot;id&quot;:&quot;998101ba-23e1-42ef-b9b8-eabf8c3fb3a9&quot;}}">
            <a:extLst>
              <a:ext uri="{FF2B5EF4-FFF2-40B4-BE49-F238E27FC236}">
                <a16:creationId xmlns:a16="http://schemas.microsoft.com/office/drawing/2014/main" id="{6247B37A-A555-44A3-BECD-66BD8151E865}"/>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a:solidFill>
                  <a:schemeClr val="tx1"/>
                </a:solidFill>
              </a:rPr>
              <a:t>13</a:t>
            </a:r>
            <a:r>
              <a:rPr lang="en-GB" sz="800" baseline="30000">
                <a:solidFill>
                  <a:schemeClr val="tx1"/>
                </a:solidFill>
              </a:rPr>
              <a:t> </a:t>
            </a:r>
            <a:r>
              <a:rPr lang="en-GB" sz="800">
                <a:solidFill>
                  <a:schemeClr val="tx1"/>
                </a:solidFill>
              </a:rPr>
              <a:t>April 2023</a:t>
            </a:r>
          </a:p>
        </p:txBody>
      </p:sp>
      <p:pic>
        <p:nvPicPr>
          <p:cNvPr id="95469111" name="Rectangle 4" descr="{&quot;templafy&quot;:{&quot;id&quot;:&quot;4353aa10-fc26-4375-83bf-5d9e44226dd4&quot;}}"/>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8775" y="4668427"/>
            <a:ext cx="1026000" cy="212400"/>
          </a:xfrm>
          <a:prstGeom prst="rect">
            <a:avLst/>
          </a:prstGeom>
        </p:spPr>
      </p:pic>
      <p:sp>
        <p:nvSpPr>
          <p:cNvPr id="6" name="Rectangle 5" descr="{&quot;templafy&quot;:{&quot;id&quot;:&quot;c87b8b26-9378-48c4-a634-e3835b39cec4&quot;}}">
            <a:extLst>
              <a:ext uri="{FF2B5EF4-FFF2-40B4-BE49-F238E27FC236}">
                <a16:creationId xmlns:a16="http://schemas.microsoft.com/office/drawing/2014/main" id="{4E03CCCD-CB66-429F-BC77-64B5370808F2}"/>
              </a:ext>
            </a:extLst>
          </p:cNvPr>
          <p:cNvSpPr/>
          <p:nvPr userDrawn="1"/>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endParaRPr lang="en-GB" sz="800">
              <a:solidFill>
                <a:schemeClr val="tx1"/>
              </a:solidFill>
            </a:endParaRPr>
          </a:p>
        </p:txBody>
      </p:sp>
      <p:sp>
        <p:nvSpPr>
          <p:cNvPr id="7" name="Rectangle 6" descr="{&quot;templafy&quot;:{&quot;id&quot;:&quot;9bed5199-5914-4637-8200-fa82f31aba43&quot;}}" hidden="1">
            <a:extLst>
              <a:ext uri="{FF2B5EF4-FFF2-40B4-BE49-F238E27FC236}">
                <a16:creationId xmlns:a16="http://schemas.microsoft.com/office/drawing/2014/main" id="{B915E154-BDC4-452C-BDE7-882BE349B509}"/>
              </a:ext>
            </a:extLst>
          </p:cNvPr>
          <p:cNvSpPr/>
          <p:nvPr userDrawn="1"/>
        </p:nvSpPr>
        <p:spPr>
          <a:xfrm>
            <a:off x="358775" y="4768290"/>
            <a:ext cx="2569063" cy="188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u="none">
                <a:solidFill>
                  <a:schemeClr val="tx1"/>
                </a:solidFill>
              </a:rPr>
              <a:t>University of St.Gallen</a:t>
            </a:r>
          </a:p>
        </p:txBody>
      </p:sp>
    </p:spTree>
    <p:extLst>
      <p:ext uri="{BB962C8B-B14F-4D97-AF65-F5344CB8AC3E}">
        <p14:creationId xmlns:p14="http://schemas.microsoft.com/office/powerpoint/2010/main" val="8505425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itel und Content">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32FAFF1B-D695-4F04-8B58-692674CF4A5C}"/>
              </a:ext>
            </a:extLst>
          </p:cNvPr>
          <p:cNvSpPr>
            <a:spLocks noChangeAspect="1"/>
          </p:cNvSpPr>
          <p:nvPr userDrawn="1"/>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AA9D5294-8509-42D7-B32F-8FB3BCBBB9D0}"/>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1B1DFF60-9E69-4915-A0DD-67FF253288CC}"/>
              </a:ext>
            </a:extLst>
          </p:cNvPr>
          <p:cNvSpPr>
            <a:spLocks noGrp="1"/>
          </p:cNvSpPr>
          <p:nvPr>
            <p:ph idx="1"/>
          </p:nvPr>
        </p:nvSpPr>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Slide Number Placeholder 9">
            <a:extLst>
              <a:ext uri="{FF2B5EF4-FFF2-40B4-BE49-F238E27FC236}">
                <a16:creationId xmlns:a16="http://schemas.microsoft.com/office/drawing/2014/main" id="{1CB9FAC9-1E0D-44F5-8B7F-C8D103F40B80}"/>
              </a:ext>
            </a:extLst>
          </p:cNvPr>
          <p:cNvSpPr>
            <a:spLocks noGrp="1"/>
          </p:cNvSpPr>
          <p:nvPr>
            <p:ph type="sldNum" sz="quarter" idx="12"/>
          </p:nvPr>
        </p:nvSpPr>
        <p:spPr>
          <a:xfrm>
            <a:off x="8570473" y="4767263"/>
            <a:ext cx="214752" cy="273844"/>
          </a:xfrm>
        </p:spPr>
        <p:txBody>
          <a:bodyPr/>
          <a:lstStyle>
            <a:lvl1pPr>
              <a:defRPr>
                <a:solidFill>
                  <a:schemeClr val="bg2"/>
                </a:solidFill>
              </a:defRPr>
            </a:lvl1pPr>
          </a:lstStyle>
          <a:p>
            <a:fld id="{7559FC98-AF75-4A00-A03C-DF9FEBF6BCB9}" type="slidenum">
              <a:rPr lang="en-GB" smtClean="0"/>
              <a:pPr/>
              <a:t>‹#›</a:t>
            </a:fld>
            <a:endParaRPr lang="en-GB"/>
          </a:p>
        </p:txBody>
      </p:sp>
      <p:sp>
        <p:nvSpPr>
          <p:cNvPr id="11" name="Rectangle 10" descr="{&quot;templafy&quot;:{&quot;id&quot;:&quot;2670855d-7d16-4563-ba4d-ffddf95873a4&quot;}}">
            <a:extLst>
              <a:ext uri="{FF2B5EF4-FFF2-40B4-BE49-F238E27FC236}">
                <a16:creationId xmlns:a16="http://schemas.microsoft.com/office/drawing/2014/main" id="{47453508-BA4F-4ACB-B108-B3791E88CD55}"/>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a:solidFill>
                  <a:schemeClr val="tx1"/>
                </a:solidFill>
              </a:rPr>
              <a:t>13 April 2023</a:t>
            </a:r>
          </a:p>
        </p:txBody>
      </p:sp>
      <p:pic>
        <p:nvPicPr>
          <p:cNvPr id="1490617603" name="Rectangle 11" descr="{&quot;templafy&quot;:{&quot;id&quot;:&quot;92085b67-4d25-4e3b-b499-21b485904de3&quot;}}"/>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58775" y="4668427"/>
            <a:ext cx="1026000" cy="212400"/>
          </a:xfrm>
          <a:prstGeom prst="rect">
            <a:avLst/>
          </a:prstGeom>
        </p:spPr>
      </p:pic>
      <p:sp>
        <p:nvSpPr>
          <p:cNvPr id="13" name="Rectangle 12" descr="{&quot;templafy&quot;:{&quot;id&quot;:&quot;717b1a50-8044-4c4f-bcfe-bf14133eefec&quot;}}">
            <a:extLst>
              <a:ext uri="{FF2B5EF4-FFF2-40B4-BE49-F238E27FC236}">
                <a16:creationId xmlns:a16="http://schemas.microsoft.com/office/drawing/2014/main" id="{B5B29C83-7B2A-4E20-895A-585B8348684F}"/>
              </a:ext>
            </a:extLst>
          </p:cNvPr>
          <p:cNvSpPr/>
          <p:nvPr userDrawn="1"/>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endParaRPr lang="en-GB" sz="800">
              <a:solidFill>
                <a:schemeClr val="tx1"/>
              </a:solidFill>
            </a:endParaRPr>
          </a:p>
        </p:txBody>
      </p:sp>
      <p:sp>
        <p:nvSpPr>
          <p:cNvPr id="9" name="Rectangle 8" descr="{&quot;templafy&quot;:{&quot;id&quot;:&quot;b8fee4cb-bf04-4c00-a543-551aae831616&quot;}}" hidden="1">
            <a:extLst>
              <a:ext uri="{FF2B5EF4-FFF2-40B4-BE49-F238E27FC236}">
                <a16:creationId xmlns:a16="http://schemas.microsoft.com/office/drawing/2014/main" id="{2B2F7145-7DCA-4B3F-A8AE-07622CB5DF8E}"/>
              </a:ext>
            </a:extLst>
          </p:cNvPr>
          <p:cNvSpPr/>
          <p:nvPr userDrawn="1"/>
        </p:nvSpPr>
        <p:spPr>
          <a:xfrm>
            <a:off x="358775" y="4768290"/>
            <a:ext cx="2569063" cy="188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u="none">
                <a:solidFill>
                  <a:schemeClr val="tx1"/>
                </a:solidFill>
              </a:rPr>
              <a:t>University of St.Gallen</a:t>
            </a:r>
          </a:p>
        </p:txBody>
      </p:sp>
    </p:spTree>
    <p:extLst>
      <p:ext uri="{BB962C8B-B14F-4D97-AF65-F5344CB8AC3E}">
        <p14:creationId xmlns:p14="http://schemas.microsoft.com/office/powerpoint/2010/main" val="415411133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el und zwei Bilder">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B4469C7-7D0E-49E1-8F7D-6E7D287176ED}"/>
              </a:ext>
            </a:extLst>
          </p:cNvPr>
          <p:cNvSpPr>
            <a:spLocks noChangeAspect="1"/>
          </p:cNvSpPr>
          <p:nvPr userDrawn="1"/>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FE04952E-FCB6-493B-899A-78F0FFCB3F2D}"/>
              </a:ext>
            </a:extLst>
          </p:cNvPr>
          <p:cNvSpPr>
            <a:spLocks noGrp="1"/>
          </p:cNvSpPr>
          <p:nvPr>
            <p:ph type="title"/>
          </p:nvPr>
        </p:nvSpPr>
        <p:spPr/>
        <p:txBody>
          <a:bodyPr/>
          <a:lstStyle/>
          <a:p>
            <a:r>
              <a:rPr lang="en-GB"/>
              <a:t>Click to edit Master title style</a:t>
            </a:r>
          </a:p>
        </p:txBody>
      </p:sp>
      <p:sp>
        <p:nvSpPr>
          <p:cNvPr id="7" name="Slide Number Placeholder 6">
            <a:extLst>
              <a:ext uri="{FF2B5EF4-FFF2-40B4-BE49-F238E27FC236}">
                <a16:creationId xmlns:a16="http://schemas.microsoft.com/office/drawing/2014/main" id="{7AD794AC-1E69-4E4D-9E6D-26F34827B225}"/>
              </a:ext>
            </a:extLst>
          </p:cNvPr>
          <p:cNvSpPr>
            <a:spLocks noGrp="1"/>
          </p:cNvSpPr>
          <p:nvPr>
            <p:ph type="sldNum" sz="quarter" idx="12"/>
          </p:nvPr>
        </p:nvSpPr>
        <p:spPr/>
        <p:txBody>
          <a:bodyPr/>
          <a:lstStyle/>
          <a:p>
            <a:fld id="{7559FC98-AF75-4A00-A03C-DF9FEBF6BCB9}" type="slidenum">
              <a:rPr lang="en-GB" smtClean="0"/>
              <a:t>‹#›</a:t>
            </a:fld>
            <a:endParaRPr lang="en-GB"/>
          </a:p>
        </p:txBody>
      </p:sp>
      <p:sp>
        <p:nvSpPr>
          <p:cNvPr id="10" name="Picture Placeholder 9">
            <a:extLst>
              <a:ext uri="{FF2B5EF4-FFF2-40B4-BE49-F238E27FC236}">
                <a16:creationId xmlns:a16="http://schemas.microsoft.com/office/drawing/2014/main" id="{46547A73-96B4-4B49-A320-28015EA72F84}"/>
              </a:ext>
            </a:extLst>
          </p:cNvPr>
          <p:cNvSpPr>
            <a:spLocks noGrp="1"/>
          </p:cNvSpPr>
          <p:nvPr>
            <p:ph type="pic" sz="quarter" idx="14"/>
          </p:nvPr>
        </p:nvSpPr>
        <p:spPr>
          <a:xfrm>
            <a:off x="358774" y="1276350"/>
            <a:ext cx="4213225" cy="3203576"/>
          </a:xfrm>
        </p:spPr>
        <p:txBody>
          <a:bodyPr/>
          <a:lstStyle/>
          <a:p>
            <a:r>
              <a:rPr lang="en-GB"/>
              <a:t>Click icon to add picture</a:t>
            </a:r>
          </a:p>
        </p:txBody>
      </p:sp>
      <p:sp>
        <p:nvSpPr>
          <p:cNvPr id="11" name="Picture Placeholder 9">
            <a:extLst>
              <a:ext uri="{FF2B5EF4-FFF2-40B4-BE49-F238E27FC236}">
                <a16:creationId xmlns:a16="http://schemas.microsoft.com/office/drawing/2014/main" id="{43F6FA5C-D25E-4346-815E-CF6B33F724AB}"/>
              </a:ext>
            </a:extLst>
          </p:cNvPr>
          <p:cNvSpPr>
            <a:spLocks noGrp="1"/>
          </p:cNvSpPr>
          <p:nvPr>
            <p:ph type="pic" sz="quarter" idx="15"/>
          </p:nvPr>
        </p:nvSpPr>
        <p:spPr>
          <a:xfrm>
            <a:off x="4572000" y="1276350"/>
            <a:ext cx="4213225" cy="3203575"/>
          </a:xfrm>
        </p:spPr>
        <p:txBody>
          <a:bodyPr/>
          <a:lstStyle/>
          <a:p>
            <a:r>
              <a:rPr lang="en-GB"/>
              <a:t>Click icon to add picture</a:t>
            </a:r>
          </a:p>
        </p:txBody>
      </p:sp>
      <p:sp>
        <p:nvSpPr>
          <p:cNvPr id="12" name="Rectangle 11" descr="{&quot;templafy&quot;:{&quot;id&quot;:&quot;8ccffac5-81b5-49a3-af34-c705273d4f11&quot;}}">
            <a:extLst>
              <a:ext uri="{FF2B5EF4-FFF2-40B4-BE49-F238E27FC236}">
                <a16:creationId xmlns:a16="http://schemas.microsoft.com/office/drawing/2014/main" id="{A6CE9D3B-0E1D-4168-8639-F0D1F5FF77B1}"/>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a:solidFill>
                  <a:schemeClr val="tx1"/>
                </a:solidFill>
              </a:rPr>
              <a:t>13 April 2023</a:t>
            </a:r>
          </a:p>
        </p:txBody>
      </p:sp>
      <p:pic>
        <p:nvPicPr>
          <p:cNvPr id="390671959" name="Rectangle 13" descr="{&quot;templafy&quot;:{&quot;id&quot;:&quot;f0058900-6578-49db-9afd-eedb22c1bb43&quot;}}"/>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8775" y="4668427"/>
            <a:ext cx="1026000" cy="212400"/>
          </a:xfrm>
          <a:prstGeom prst="rect">
            <a:avLst/>
          </a:prstGeom>
        </p:spPr>
      </p:pic>
      <p:sp>
        <p:nvSpPr>
          <p:cNvPr id="13" name="Rectangle 12" descr="{&quot;templafy&quot;:{&quot;id&quot;:&quot;94ef05c5-c7ec-4c0f-bc9e-e856c4f70d4b&quot;}}">
            <a:extLst>
              <a:ext uri="{FF2B5EF4-FFF2-40B4-BE49-F238E27FC236}">
                <a16:creationId xmlns:a16="http://schemas.microsoft.com/office/drawing/2014/main" id="{D1217118-5A25-4DE0-99F7-B3460244BBBE}"/>
              </a:ext>
            </a:extLst>
          </p:cNvPr>
          <p:cNvSpPr/>
          <p:nvPr userDrawn="1"/>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endParaRPr lang="en-GB" sz="800">
              <a:solidFill>
                <a:schemeClr val="tx1"/>
              </a:solidFill>
            </a:endParaRPr>
          </a:p>
        </p:txBody>
      </p:sp>
      <p:sp>
        <p:nvSpPr>
          <p:cNvPr id="15" name="Rectangle 14" descr="{&quot;templafy&quot;:{&quot;id&quot;:&quot;f991b9ce-7ee1-4496-9655-4d8c7e20f411&quot;}}" hidden="1">
            <a:extLst>
              <a:ext uri="{FF2B5EF4-FFF2-40B4-BE49-F238E27FC236}">
                <a16:creationId xmlns:a16="http://schemas.microsoft.com/office/drawing/2014/main" id="{544AC9A2-9666-4133-BC67-BE44B6459332}"/>
              </a:ext>
            </a:extLst>
          </p:cNvPr>
          <p:cNvSpPr/>
          <p:nvPr userDrawn="1"/>
        </p:nvSpPr>
        <p:spPr>
          <a:xfrm>
            <a:off x="358775" y="4768290"/>
            <a:ext cx="2569063" cy="188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u="none">
                <a:solidFill>
                  <a:schemeClr val="tx1"/>
                </a:solidFill>
              </a:rPr>
              <a:t>University of St.Gallen</a:t>
            </a:r>
          </a:p>
        </p:txBody>
      </p:sp>
    </p:spTree>
    <p:extLst>
      <p:ext uri="{BB962C8B-B14F-4D97-AF65-F5344CB8AC3E}">
        <p14:creationId xmlns:p14="http://schemas.microsoft.com/office/powerpoint/2010/main" val="347967613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Zwei Bilder mit Legende">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FEC9FF2-0829-44EA-809D-F5C42173624F}"/>
              </a:ext>
            </a:extLst>
          </p:cNvPr>
          <p:cNvSpPr>
            <a:spLocks noChangeAspect="1"/>
          </p:cNvSpPr>
          <p:nvPr userDrawn="1"/>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Slide Number Placeholder 6">
            <a:extLst>
              <a:ext uri="{FF2B5EF4-FFF2-40B4-BE49-F238E27FC236}">
                <a16:creationId xmlns:a16="http://schemas.microsoft.com/office/drawing/2014/main" id="{7AD794AC-1E69-4E4D-9E6D-26F34827B225}"/>
              </a:ext>
            </a:extLst>
          </p:cNvPr>
          <p:cNvSpPr>
            <a:spLocks noGrp="1"/>
          </p:cNvSpPr>
          <p:nvPr>
            <p:ph type="sldNum" sz="quarter" idx="12"/>
          </p:nvPr>
        </p:nvSpPr>
        <p:spPr/>
        <p:txBody>
          <a:bodyPr/>
          <a:lstStyle/>
          <a:p>
            <a:fld id="{7559FC98-AF75-4A00-A03C-DF9FEBF6BCB9}" type="slidenum">
              <a:rPr lang="en-GB" smtClean="0"/>
              <a:t>‹#›</a:t>
            </a:fld>
            <a:endParaRPr lang="en-GB"/>
          </a:p>
        </p:txBody>
      </p:sp>
      <p:sp>
        <p:nvSpPr>
          <p:cNvPr id="10" name="Picture Placeholder 9">
            <a:extLst>
              <a:ext uri="{FF2B5EF4-FFF2-40B4-BE49-F238E27FC236}">
                <a16:creationId xmlns:a16="http://schemas.microsoft.com/office/drawing/2014/main" id="{46547A73-96B4-4B49-A320-28015EA72F84}"/>
              </a:ext>
            </a:extLst>
          </p:cNvPr>
          <p:cNvSpPr>
            <a:spLocks noGrp="1"/>
          </p:cNvSpPr>
          <p:nvPr>
            <p:ph type="pic" sz="quarter" idx="14"/>
          </p:nvPr>
        </p:nvSpPr>
        <p:spPr>
          <a:xfrm>
            <a:off x="0" y="0"/>
            <a:ext cx="4571999" cy="3887599"/>
          </a:xfrm>
        </p:spPr>
        <p:txBody>
          <a:bodyPr/>
          <a:lstStyle/>
          <a:p>
            <a:r>
              <a:rPr lang="en-GB"/>
              <a:t>Click icon to add picture</a:t>
            </a:r>
          </a:p>
        </p:txBody>
      </p:sp>
      <p:sp>
        <p:nvSpPr>
          <p:cNvPr id="11" name="Picture Placeholder 9">
            <a:extLst>
              <a:ext uri="{FF2B5EF4-FFF2-40B4-BE49-F238E27FC236}">
                <a16:creationId xmlns:a16="http://schemas.microsoft.com/office/drawing/2014/main" id="{43F6FA5C-D25E-4346-815E-CF6B33F724AB}"/>
              </a:ext>
            </a:extLst>
          </p:cNvPr>
          <p:cNvSpPr>
            <a:spLocks noGrp="1"/>
          </p:cNvSpPr>
          <p:nvPr>
            <p:ph type="pic" sz="quarter" idx="15"/>
          </p:nvPr>
        </p:nvSpPr>
        <p:spPr>
          <a:xfrm>
            <a:off x="4572000" y="0"/>
            <a:ext cx="4572000" cy="3887599"/>
          </a:xfrm>
        </p:spPr>
        <p:txBody>
          <a:bodyPr/>
          <a:lstStyle/>
          <a:p>
            <a:r>
              <a:rPr lang="en-GB"/>
              <a:t>Click icon to add picture</a:t>
            </a:r>
          </a:p>
        </p:txBody>
      </p:sp>
      <p:sp>
        <p:nvSpPr>
          <p:cNvPr id="4" name="Text Placeholder 3">
            <a:extLst>
              <a:ext uri="{FF2B5EF4-FFF2-40B4-BE49-F238E27FC236}">
                <a16:creationId xmlns:a16="http://schemas.microsoft.com/office/drawing/2014/main" id="{C19FAD45-6EEE-4522-8CA6-5189DCDD487C}"/>
              </a:ext>
            </a:extLst>
          </p:cNvPr>
          <p:cNvSpPr>
            <a:spLocks noGrp="1"/>
          </p:cNvSpPr>
          <p:nvPr>
            <p:ph type="body" sz="quarter" idx="16"/>
          </p:nvPr>
        </p:nvSpPr>
        <p:spPr>
          <a:xfrm>
            <a:off x="358775" y="3989388"/>
            <a:ext cx="4122738" cy="490537"/>
          </a:xfrm>
        </p:spPr>
        <p:txBody>
          <a:bodyPr anchor="b">
            <a:normAutofit/>
          </a:bodyPr>
          <a:lstStyle>
            <a:lvl1pPr marL="0" indent="0">
              <a:buFont typeface="Arial" panose="020B0604020202020204" pitchFamily="34" charset="0"/>
              <a:buNone/>
              <a:defRPr sz="1400"/>
            </a:lvl1pPr>
            <a:lvl2pPr marL="0" indent="0">
              <a:buNone/>
              <a:defRPr sz="1400"/>
            </a:lvl2pPr>
            <a:lvl3pPr marL="0" indent="0">
              <a:buNone/>
              <a:defRPr sz="1400"/>
            </a:lvl3pPr>
            <a:lvl4pPr marL="0" indent="0">
              <a:buNone/>
              <a:defRPr sz="1400"/>
            </a:lvl4pPr>
            <a:lvl5pPr marL="0" indent="0">
              <a:buFont typeface="Arial" panose="020B0604020202020204" pitchFamily="34" charset="0"/>
              <a:buNone/>
              <a:defRPr sz="1400"/>
            </a:lvl5pPr>
          </a:lstStyle>
          <a:p>
            <a:pPr lvl="0"/>
            <a:r>
              <a:rPr lang="en-GB"/>
              <a:t>Click to edit Master text styles</a:t>
            </a:r>
          </a:p>
        </p:txBody>
      </p:sp>
      <p:sp>
        <p:nvSpPr>
          <p:cNvPr id="12" name="Text Placeholder 3">
            <a:extLst>
              <a:ext uri="{FF2B5EF4-FFF2-40B4-BE49-F238E27FC236}">
                <a16:creationId xmlns:a16="http://schemas.microsoft.com/office/drawing/2014/main" id="{447F9A9E-BA08-4C8F-96E1-0E7C7D71B398}"/>
              </a:ext>
            </a:extLst>
          </p:cNvPr>
          <p:cNvSpPr>
            <a:spLocks noGrp="1"/>
          </p:cNvSpPr>
          <p:nvPr>
            <p:ph type="body" sz="quarter" idx="17"/>
          </p:nvPr>
        </p:nvSpPr>
        <p:spPr>
          <a:xfrm>
            <a:off x="4662487" y="3989387"/>
            <a:ext cx="4122738" cy="490537"/>
          </a:xfrm>
        </p:spPr>
        <p:txBody>
          <a:bodyPr anchor="b">
            <a:normAutofit/>
          </a:bodyPr>
          <a:lstStyle>
            <a:lvl1pPr marL="0" indent="0">
              <a:buFont typeface="Arial" panose="020B0604020202020204" pitchFamily="34" charset="0"/>
              <a:buNone/>
              <a:defRPr sz="1400"/>
            </a:lvl1pPr>
            <a:lvl2pPr marL="0" indent="0">
              <a:buNone/>
              <a:defRPr sz="1400"/>
            </a:lvl2pPr>
            <a:lvl3pPr marL="0" indent="0">
              <a:buNone/>
              <a:defRPr sz="1400"/>
            </a:lvl3pPr>
            <a:lvl4pPr marL="0" indent="0">
              <a:buNone/>
              <a:defRPr sz="1400"/>
            </a:lvl4pPr>
            <a:lvl5pPr marL="0" indent="0">
              <a:buFont typeface="Arial" panose="020B0604020202020204" pitchFamily="34" charset="0"/>
              <a:buNone/>
              <a:defRPr sz="1400"/>
            </a:lvl5pPr>
          </a:lstStyle>
          <a:p>
            <a:pPr lvl="0"/>
            <a:r>
              <a:rPr lang="en-GB"/>
              <a:t>Click to edit Master text styles</a:t>
            </a:r>
          </a:p>
        </p:txBody>
      </p:sp>
      <p:sp>
        <p:nvSpPr>
          <p:cNvPr id="13" name="Rectangle 12" descr="{&quot;templafy&quot;:{&quot;id&quot;:&quot;1de9002d-b336-4878-947a-b0133285a718&quot;}}">
            <a:extLst>
              <a:ext uri="{FF2B5EF4-FFF2-40B4-BE49-F238E27FC236}">
                <a16:creationId xmlns:a16="http://schemas.microsoft.com/office/drawing/2014/main" id="{9387BB4B-AFF2-4440-B25E-89CDD9B79F05}"/>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a:solidFill>
                  <a:schemeClr val="tx1"/>
                </a:solidFill>
              </a:rPr>
              <a:t>13 April 2023</a:t>
            </a:r>
          </a:p>
        </p:txBody>
      </p:sp>
      <p:pic>
        <p:nvPicPr>
          <p:cNvPr id="651186792" name="Rectangle 14" descr="{&quot;templafy&quot;:{&quot;id&quot;:&quot;0e4ed9f0-ae0e-4c7b-9c6a-6d6f2c75585e&quot;}}"/>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8775" y="4668427"/>
            <a:ext cx="1026000" cy="212400"/>
          </a:xfrm>
          <a:prstGeom prst="rect">
            <a:avLst/>
          </a:prstGeom>
        </p:spPr>
      </p:pic>
      <p:sp>
        <p:nvSpPr>
          <p:cNvPr id="14" name="Rectangle 13" descr="{&quot;templafy&quot;:{&quot;id&quot;:&quot;400b3b6a-c434-4732-807e-1718a614f053&quot;}}">
            <a:extLst>
              <a:ext uri="{FF2B5EF4-FFF2-40B4-BE49-F238E27FC236}">
                <a16:creationId xmlns:a16="http://schemas.microsoft.com/office/drawing/2014/main" id="{EF755AF0-F63E-4747-9211-327C44DA029F}"/>
              </a:ext>
            </a:extLst>
          </p:cNvPr>
          <p:cNvSpPr/>
          <p:nvPr userDrawn="1"/>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endParaRPr lang="en-GB" sz="800">
              <a:solidFill>
                <a:schemeClr val="tx1"/>
              </a:solidFill>
            </a:endParaRPr>
          </a:p>
        </p:txBody>
      </p:sp>
      <p:sp>
        <p:nvSpPr>
          <p:cNvPr id="16" name="Rectangle 15" descr="{&quot;templafy&quot;:{&quot;id&quot;:&quot;8b60779a-db6f-4b6d-9dc5-f64dd6e2860d&quot;}}" hidden="1">
            <a:extLst>
              <a:ext uri="{FF2B5EF4-FFF2-40B4-BE49-F238E27FC236}">
                <a16:creationId xmlns:a16="http://schemas.microsoft.com/office/drawing/2014/main" id="{97ACC166-7757-4B59-A180-1D797D03E7B1}"/>
              </a:ext>
            </a:extLst>
          </p:cNvPr>
          <p:cNvSpPr/>
          <p:nvPr userDrawn="1"/>
        </p:nvSpPr>
        <p:spPr>
          <a:xfrm>
            <a:off x="358775" y="4768290"/>
            <a:ext cx="2569063" cy="188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u="none">
                <a:solidFill>
                  <a:schemeClr val="tx1"/>
                </a:solidFill>
              </a:rPr>
              <a:t>University of St.Gallen</a:t>
            </a:r>
          </a:p>
        </p:txBody>
      </p:sp>
    </p:spTree>
    <p:extLst>
      <p:ext uri="{BB962C8B-B14F-4D97-AF65-F5344CB8AC3E}">
        <p14:creationId xmlns:p14="http://schemas.microsoft.com/office/powerpoint/2010/main" val="20812013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Bild Vollfläch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FC11C186-C392-4982-A2C0-7824EE98FA4F}"/>
              </a:ext>
            </a:extLst>
          </p:cNvPr>
          <p:cNvSpPr>
            <a:spLocks noGrp="1"/>
          </p:cNvSpPr>
          <p:nvPr>
            <p:ph type="pic" sz="quarter" idx="10"/>
          </p:nvPr>
        </p:nvSpPr>
        <p:spPr>
          <a:xfrm>
            <a:off x="0" y="0"/>
            <a:ext cx="9144000" cy="5143500"/>
          </a:xfrm>
        </p:spPr>
        <p:txBody>
          <a:bodyPr/>
          <a:lstStyle/>
          <a:p>
            <a:r>
              <a:rPr lang="en-GB"/>
              <a:t>Click icon to add picture</a:t>
            </a:r>
          </a:p>
        </p:txBody>
      </p:sp>
    </p:spTree>
    <p:extLst>
      <p:ext uri="{BB962C8B-B14F-4D97-AF65-F5344CB8AC3E}">
        <p14:creationId xmlns:p14="http://schemas.microsoft.com/office/powerpoint/2010/main" val="348933411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Zitat schwarze Schrift">
    <p:bg>
      <p:bgPr>
        <a:solidFill>
          <a:schemeClr val="accent2"/>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95F94A4-74DF-4FC6-AF8D-8F883B56E718}"/>
              </a:ext>
            </a:extLst>
          </p:cNvPr>
          <p:cNvSpPr>
            <a:spLocks noGrp="1"/>
          </p:cNvSpPr>
          <p:nvPr>
            <p:ph type="body" sz="quarter" idx="10"/>
          </p:nvPr>
        </p:nvSpPr>
        <p:spPr>
          <a:xfrm>
            <a:off x="828000" y="735013"/>
            <a:ext cx="7957225" cy="2525712"/>
          </a:xfrm>
        </p:spPr>
        <p:txBody>
          <a:bodyPr anchor="b">
            <a:normAutofit/>
          </a:bodyPr>
          <a:lstStyle>
            <a:lvl1pPr marL="0">
              <a:lnSpc>
                <a:spcPct val="110000"/>
              </a:lnSpc>
              <a:buFontTx/>
              <a:buNone/>
              <a:defRPr sz="5000">
                <a:solidFill>
                  <a:schemeClr val="tx1"/>
                </a:solidFill>
                <a:latin typeface="Gill Sans Nova Light" panose="020B0302020104020203" pitchFamily="34" charset="0"/>
              </a:defRPr>
            </a:lvl1pPr>
            <a:lvl2pPr marL="0" indent="0">
              <a:lnSpc>
                <a:spcPts val="5200"/>
              </a:lnSpc>
              <a:buFontTx/>
              <a:buNone/>
              <a:defRPr sz="5000">
                <a:solidFill>
                  <a:schemeClr val="tx1"/>
                </a:solidFill>
                <a:latin typeface="Gill Alt One MT Light" panose="020B0302020104020203" pitchFamily="34" charset="0"/>
              </a:defRPr>
            </a:lvl2pPr>
            <a:lvl3pPr marL="0" indent="0">
              <a:lnSpc>
                <a:spcPts val="5200"/>
              </a:lnSpc>
              <a:buFontTx/>
              <a:buNone/>
              <a:defRPr sz="5000">
                <a:solidFill>
                  <a:schemeClr val="tx1"/>
                </a:solidFill>
                <a:latin typeface="Gill Alt One MT Light" panose="020B0302020104020203" pitchFamily="34" charset="0"/>
              </a:defRPr>
            </a:lvl3pPr>
            <a:lvl4pPr marL="0" indent="0">
              <a:lnSpc>
                <a:spcPts val="5200"/>
              </a:lnSpc>
              <a:buFontTx/>
              <a:buNone/>
              <a:defRPr sz="5000">
                <a:solidFill>
                  <a:schemeClr val="tx1"/>
                </a:solidFill>
                <a:latin typeface="Gill Alt One MT Light" panose="020B0302020104020203" pitchFamily="34" charset="0"/>
              </a:defRPr>
            </a:lvl4pPr>
            <a:lvl5pPr marL="0">
              <a:lnSpc>
                <a:spcPts val="5200"/>
              </a:lnSpc>
              <a:buFontTx/>
              <a:buNone/>
              <a:defRPr sz="5000">
                <a:solidFill>
                  <a:schemeClr val="tx1"/>
                </a:solidFill>
                <a:latin typeface="Gill Alt One MT Light" panose="020B0302020104020203" pitchFamily="34" charset="0"/>
              </a:defRPr>
            </a:lvl5pPr>
          </a:lstStyle>
          <a:p>
            <a:pPr lvl="0"/>
            <a:r>
              <a:rPr lang="en-GB"/>
              <a:t>Click to edit Master text styles</a:t>
            </a:r>
          </a:p>
        </p:txBody>
      </p:sp>
      <p:sp>
        <p:nvSpPr>
          <p:cNvPr id="9" name="Text Placeholder 8">
            <a:extLst>
              <a:ext uri="{FF2B5EF4-FFF2-40B4-BE49-F238E27FC236}">
                <a16:creationId xmlns:a16="http://schemas.microsoft.com/office/drawing/2014/main" id="{ED8D12DF-4F43-44AF-B5F9-5E632D8CD53D}"/>
              </a:ext>
            </a:extLst>
          </p:cNvPr>
          <p:cNvSpPr>
            <a:spLocks noGrp="1"/>
          </p:cNvSpPr>
          <p:nvPr>
            <p:ph type="body" sz="quarter" idx="11"/>
          </p:nvPr>
        </p:nvSpPr>
        <p:spPr>
          <a:xfrm>
            <a:off x="827999" y="3548063"/>
            <a:ext cx="5741765" cy="931862"/>
          </a:xfrm>
        </p:spPr>
        <p:txBody>
          <a:bodyPr>
            <a:noAutofit/>
          </a:bodyPr>
          <a:lstStyle>
            <a:lvl1pPr marL="0" indent="0">
              <a:buFont typeface="Arial" panose="020B0604020202020204" pitchFamily="34" charset="0"/>
              <a:buNone/>
              <a:defRPr sz="1800"/>
            </a:lvl1pPr>
            <a:lvl2pPr marL="0" indent="0">
              <a:buNone/>
              <a:defRPr sz="1800"/>
            </a:lvl2pPr>
            <a:lvl3pPr marL="0" indent="0">
              <a:buNone/>
              <a:defRPr sz="1800"/>
            </a:lvl3pPr>
            <a:lvl4pPr marL="0" indent="0">
              <a:buNone/>
              <a:defRPr sz="1800"/>
            </a:lvl4pPr>
            <a:lvl5pPr marL="0" indent="0">
              <a:buFont typeface="Arial" panose="020B0604020202020204" pitchFamily="34" charset="0"/>
              <a:buNone/>
              <a:defRPr sz="1800"/>
            </a:lvl5pPr>
          </a:lstStyle>
          <a:p>
            <a:pPr lvl="0"/>
            <a:r>
              <a:rPr lang="en-GB"/>
              <a:t>Click to edit Master text styles</a:t>
            </a:r>
          </a:p>
        </p:txBody>
      </p:sp>
    </p:spTree>
    <p:extLst>
      <p:ext uri="{BB962C8B-B14F-4D97-AF65-F5344CB8AC3E}">
        <p14:creationId xmlns:p14="http://schemas.microsoft.com/office/powerpoint/2010/main" val="110412046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Zitat weisse Schrift">
    <p:bg>
      <p:bgPr>
        <a:solidFill>
          <a:schemeClr val="accent3"/>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95F94A4-74DF-4FC6-AF8D-8F883B56E718}"/>
              </a:ext>
            </a:extLst>
          </p:cNvPr>
          <p:cNvSpPr>
            <a:spLocks noGrp="1"/>
          </p:cNvSpPr>
          <p:nvPr>
            <p:ph type="body" sz="quarter" idx="10"/>
          </p:nvPr>
        </p:nvSpPr>
        <p:spPr>
          <a:xfrm>
            <a:off x="828000" y="735013"/>
            <a:ext cx="7957225" cy="2525712"/>
          </a:xfrm>
        </p:spPr>
        <p:txBody>
          <a:bodyPr anchor="b">
            <a:normAutofit/>
          </a:bodyPr>
          <a:lstStyle>
            <a:lvl1pPr marL="0">
              <a:lnSpc>
                <a:spcPct val="110000"/>
              </a:lnSpc>
              <a:buFontTx/>
              <a:buNone/>
              <a:defRPr sz="5000">
                <a:solidFill>
                  <a:schemeClr val="tx1"/>
                </a:solidFill>
                <a:latin typeface="Gill Sans Nova Light" panose="020B0302020104020203" pitchFamily="34" charset="0"/>
              </a:defRPr>
            </a:lvl1pPr>
            <a:lvl2pPr marL="0" indent="0">
              <a:lnSpc>
                <a:spcPts val="5200"/>
              </a:lnSpc>
              <a:buFontTx/>
              <a:buNone/>
              <a:defRPr sz="5000">
                <a:solidFill>
                  <a:schemeClr val="tx1"/>
                </a:solidFill>
                <a:latin typeface="Gill Alt One MT Light" panose="020B0302020104020203" pitchFamily="34" charset="0"/>
              </a:defRPr>
            </a:lvl2pPr>
            <a:lvl3pPr marL="0" indent="0">
              <a:lnSpc>
                <a:spcPts val="5200"/>
              </a:lnSpc>
              <a:buFontTx/>
              <a:buNone/>
              <a:defRPr sz="5000">
                <a:solidFill>
                  <a:schemeClr val="tx1"/>
                </a:solidFill>
                <a:latin typeface="Gill Alt One MT Light" panose="020B0302020104020203" pitchFamily="34" charset="0"/>
              </a:defRPr>
            </a:lvl3pPr>
            <a:lvl4pPr marL="0" indent="0">
              <a:lnSpc>
                <a:spcPts val="5200"/>
              </a:lnSpc>
              <a:buFontTx/>
              <a:buNone/>
              <a:defRPr sz="5000">
                <a:solidFill>
                  <a:schemeClr val="tx1"/>
                </a:solidFill>
                <a:latin typeface="Gill Alt One MT Light" panose="020B0302020104020203" pitchFamily="34" charset="0"/>
              </a:defRPr>
            </a:lvl4pPr>
            <a:lvl5pPr marL="0">
              <a:lnSpc>
                <a:spcPts val="5200"/>
              </a:lnSpc>
              <a:buFontTx/>
              <a:buNone/>
              <a:defRPr sz="5000">
                <a:solidFill>
                  <a:schemeClr val="tx1"/>
                </a:solidFill>
                <a:latin typeface="Gill Alt One MT Light" panose="020B0302020104020203" pitchFamily="34" charset="0"/>
              </a:defRPr>
            </a:lvl5pPr>
          </a:lstStyle>
          <a:p>
            <a:pPr lvl="0"/>
            <a:r>
              <a:rPr lang="en-GB"/>
              <a:t>Click to edit Master text styles</a:t>
            </a:r>
          </a:p>
        </p:txBody>
      </p:sp>
      <p:sp>
        <p:nvSpPr>
          <p:cNvPr id="9" name="Text Placeholder 8">
            <a:extLst>
              <a:ext uri="{FF2B5EF4-FFF2-40B4-BE49-F238E27FC236}">
                <a16:creationId xmlns:a16="http://schemas.microsoft.com/office/drawing/2014/main" id="{ED8D12DF-4F43-44AF-B5F9-5E632D8CD53D}"/>
              </a:ext>
            </a:extLst>
          </p:cNvPr>
          <p:cNvSpPr>
            <a:spLocks noGrp="1"/>
          </p:cNvSpPr>
          <p:nvPr>
            <p:ph type="body" sz="quarter" idx="11"/>
          </p:nvPr>
        </p:nvSpPr>
        <p:spPr>
          <a:xfrm>
            <a:off x="827999" y="3548063"/>
            <a:ext cx="5741765" cy="931862"/>
          </a:xfrm>
        </p:spPr>
        <p:txBody>
          <a:bodyPr>
            <a:noAutofit/>
          </a:bodyPr>
          <a:lstStyle>
            <a:lvl1pPr marL="0" indent="0">
              <a:buFont typeface="Arial" panose="020B0604020202020204" pitchFamily="34" charset="0"/>
              <a:buNone/>
              <a:defRPr sz="1800">
                <a:solidFill>
                  <a:schemeClr val="tx1"/>
                </a:solidFill>
              </a:defRPr>
            </a:lvl1pPr>
            <a:lvl2pPr marL="0" indent="0">
              <a:buNone/>
              <a:defRPr sz="1800"/>
            </a:lvl2pPr>
            <a:lvl3pPr marL="0" indent="0">
              <a:buNone/>
              <a:defRPr sz="1800"/>
            </a:lvl3pPr>
            <a:lvl4pPr marL="0" indent="0">
              <a:buNone/>
              <a:defRPr sz="1800"/>
            </a:lvl4pPr>
            <a:lvl5pPr marL="0" indent="0">
              <a:buFont typeface="Arial" panose="020B0604020202020204" pitchFamily="34" charset="0"/>
              <a:buNone/>
              <a:defRPr sz="1800"/>
            </a:lvl5pPr>
          </a:lstStyle>
          <a:p>
            <a:pPr lvl="0"/>
            <a:r>
              <a:rPr lang="en-GB"/>
              <a:t>Click to edit Master text styles</a:t>
            </a:r>
          </a:p>
        </p:txBody>
      </p:sp>
    </p:spTree>
    <p:extLst>
      <p:ext uri="{BB962C8B-B14F-4D97-AF65-F5344CB8AC3E}">
        <p14:creationId xmlns:p14="http://schemas.microsoft.com/office/powerpoint/2010/main" val="381885183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Statement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D1F60-1436-43F1-AAD9-4C2415299607}"/>
              </a:ext>
            </a:extLst>
          </p:cNvPr>
          <p:cNvSpPr>
            <a:spLocks noGrp="1"/>
          </p:cNvSpPr>
          <p:nvPr>
            <p:ph type="title"/>
          </p:nvPr>
        </p:nvSpPr>
        <p:spPr>
          <a:xfrm>
            <a:off x="828000" y="735013"/>
            <a:ext cx="5148000" cy="3728674"/>
          </a:xfrm>
        </p:spPr>
        <p:txBody>
          <a:bodyPr>
            <a:normAutofit/>
          </a:bodyPr>
          <a:lstStyle>
            <a:lvl1pPr>
              <a:lnSpc>
                <a:spcPct val="90000"/>
              </a:lnSpc>
              <a:defRPr sz="7900">
                <a:solidFill>
                  <a:schemeClr val="bg2"/>
                </a:solidFill>
                <a:latin typeface="Gill Sans Nova Light" panose="020B0302020104020203" pitchFamily="34" charset="0"/>
              </a:defRPr>
            </a:lvl1pPr>
          </a:lstStyle>
          <a:p>
            <a:r>
              <a:rPr lang="en-GB"/>
              <a:t>Click to edit Master title style</a:t>
            </a:r>
          </a:p>
        </p:txBody>
      </p:sp>
      <p:sp>
        <p:nvSpPr>
          <p:cNvPr id="11" name="Picture Placeholder 10">
            <a:extLst>
              <a:ext uri="{FF2B5EF4-FFF2-40B4-BE49-F238E27FC236}">
                <a16:creationId xmlns:a16="http://schemas.microsoft.com/office/drawing/2014/main" id="{140949B5-E4F8-48A4-9D3A-2312F9CD4605}"/>
              </a:ext>
            </a:extLst>
          </p:cNvPr>
          <p:cNvSpPr>
            <a:spLocks noGrp="1"/>
          </p:cNvSpPr>
          <p:nvPr>
            <p:ph type="pic" sz="quarter" idx="10"/>
          </p:nvPr>
        </p:nvSpPr>
        <p:spPr>
          <a:xfrm>
            <a:off x="6625225" y="735013"/>
            <a:ext cx="2160000" cy="2160000"/>
          </a:xfrm>
        </p:spPr>
        <p:txBody>
          <a:bodyPr/>
          <a:lstStyle/>
          <a:p>
            <a:r>
              <a:rPr lang="en-GB"/>
              <a:t>Click icon to add picture</a:t>
            </a:r>
          </a:p>
        </p:txBody>
      </p:sp>
    </p:spTree>
    <p:extLst>
      <p:ext uri="{BB962C8B-B14F-4D97-AF65-F5344CB8AC3E}">
        <p14:creationId xmlns:p14="http://schemas.microsoft.com/office/powerpoint/2010/main" val="3855854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Statement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D1F60-1436-43F1-AAD9-4C2415299607}"/>
              </a:ext>
            </a:extLst>
          </p:cNvPr>
          <p:cNvSpPr>
            <a:spLocks noGrp="1"/>
          </p:cNvSpPr>
          <p:nvPr>
            <p:ph type="title"/>
          </p:nvPr>
        </p:nvSpPr>
        <p:spPr>
          <a:xfrm>
            <a:off x="827998" y="735013"/>
            <a:ext cx="5148000" cy="3728674"/>
          </a:xfrm>
        </p:spPr>
        <p:txBody>
          <a:bodyPr>
            <a:normAutofit/>
          </a:bodyPr>
          <a:lstStyle>
            <a:lvl1pPr>
              <a:lnSpc>
                <a:spcPct val="90000"/>
              </a:lnSpc>
              <a:defRPr sz="7900">
                <a:solidFill>
                  <a:schemeClr val="tx1"/>
                </a:solidFill>
                <a:latin typeface="Gill Sans Nova Light" panose="020B0302020104020203" pitchFamily="34" charset="0"/>
              </a:defRPr>
            </a:lvl1pPr>
          </a:lstStyle>
          <a:p>
            <a:r>
              <a:rPr lang="en-GB"/>
              <a:t>Click to edit Master title style</a:t>
            </a:r>
          </a:p>
        </p:txBody>
      </p:sp>
      <p:sp>
        <p:nvSpPr>
          <p:cNvPr id="11" name="Picture Placeholder 10">
            <a:extLst>
              <a:ext uri="{FF2B5EF4-FFF2-40B4-BE49-F238E27FC236}">
                <a16:creationId xmlns:a16="http://schemas.microsoft.com/office/drawing/2014/main" id="{140949B5-E4F8-48A4-9D3A-2312F9CD4605}"/>
              </a:ext>
            </a:extLst>
          </p:cNvPr>
          <p:cNvSpPr>
            <a:spLocks noGrp="1"/>
          </p:cNvSpPr>
          <p:nvPr>
            <p:ph type="pic" sz="quarter" idx="10"/>
          </p:nvPr>
        </p:nvSpPr>
        <p:spPr>
          <a:xfrm>
            <a:off x="6625225" y="735013"/>
            <a:ext cx="2160000" cy="2160000"/>
          </a:xfrm>
        </p:spPr>
        <p:txBody>
          <a:bodyPr/>
          <a:lstStyle/>
          <a:p>
            <a:r>
              <a:rPr lang="en-GB"/>
              <a:t>Click icon to add picture</a:t>
            </a:r>
          </a:p>
        </p:txBody>
      </p:sp>
    </p:spTree>
    <p:extLst>
      <p:ext uri="{BB962C8B-B14F-4D97-AF65-F5344CB8AC3E}">
        <p14:creationId xmlns:p14="http://schemas.microsoft.com/office/powerpoint/2010/main" val="390249403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D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981B0-6792-4738-ACB8-050730738F15}"/>
              </a:ext>
            </a:extLst>
          </p:cNvPr>
          <p:cNvSpPr>
            <a:spLocks noGrp="1"/>
          </p:cNvSpPr>
          <p:nvPr>
            <p:ph type="title"/>
          </p:nvPr>
        </p:nvSpPr>
        <p:spPr>
          <a:xfrm>
            <a:off x="828000" y="1044000"/>
            <a:ext cx="7957225" cy="685801"/>
          </a:xfrm>
        </p:spPr>
        <p:txBody>
          <a:bodyPr/>
          <a:lstStyle>
            <a:lvl1pPr>
              <a:lnSpc>
                <a:spcPts val="5200"/>
              </a:lnSpc>
              <a:defRPr sz="5000">
                <a:latin typeface="Gill Sans Nova Light" panose="020B0302020104020203" pitchFamily="34" charset="0"/>
              </a:defRPr>
            </a:lvl1pPr>
          </a:lstStyle>
          <a:p>
            <a:r>
              <a:rPr lang="en-GB"/>
              <a:t>Click to edit Master title style</a:t>
            </a:r>
          </a:p>
        </p:txBody>
      </p:sp>
      <p:sp>
        <p:nvSpPr>
          <p:cNvPr id="7" name="Text Placeholder 6">
            <a:extLst>
              <a:ext uri="{FF2B5EF4-FFF2-40B4-BE49-F238E27FC236}">
                <a16:creationId xmlns:a16="http://schemas.microsoft.com/office/drawing/2014/main" id="{D87D0F6F-53A1-4152-9807-5EC1BBC8849C}"/>
              </a:ext>
            </a:extLst>
          </p:cNvPr>
          <p:cNvSpPr>
            <a:spLocks noGrp="1"/>
          </p:cNvSpPr>
          <p:nvPr>
            <p:ph type="body" sz="quarter" idx="13"/>
          </p:nvPr>
        </p:nvSpPr>
        <p:spPr>
          <a:xfrm>
            <a:off x="828000" y="2626419"/>
            <a:ext cx="1908000" cy="862219"/>
          </a:xfrm>
        </p:spPr>
        <p:txBody>
          <a:bodyPr>
            <a:noAutofit/>
          </a:bodyPr>
          <a:lstStyle>
            <a:lvl1pPr marL="0" indent="0">
              <a:lnSpc>
                <a:spcPts val="1400"/>
              </a:lnSpc>
              <a:buFont typeface="Arial" panose="020B0604020202020204" pitchFamily="34" charset="0"/>
              <a:buNone/>
              <a:defRPr sz="10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en-GB"/>
              <a:t>Click to edit Master text styles</a:t>
            </a:r>
          </a:p>
        </p:txBody>
      </p:sp>
      <p:sp>
        <p:nvSpPr>
          <p:cNvPr id="8" name="Text Placeholder 6">
            <a:extLst>
              <a:ext uri="{FF2B5EF4-FFF2-40B4-BE49-F238E27FC236}">
                <a16:creationId xmlns:a16="http://schemas.microsoft.com/office/drawing/2014/main" id="{7824BC02-7B0E-4C56-B49A-5A28F9E62BE1}"/>
              </a:ext>
            </a:extLst>
          </p:cNvPr>
          <p:cNvSpPr>
            <a:spLocks noGrp="1"/>
          </p:cNvSpPr>
          <p:nvPr>
            <p:ph type="body" sz="quarter" idx="14"/>
          </p:nvPr>
        </p:nvSpPr>
        <p:spPr>
          <a:xfrm>
            <a:off x="828000" y="2090947"/>
            <a:ext cx="1908000" cy="504411"/>
          </a:xfrm>
        </p:spPr>
        <p:txBody>
          <a:bodyPr anchor="b">
            <a:noAutofit/>
          </a:bodyPr>
          <a:lstStyle>
            <a:lvl1pPr marL="0" indent="0">
              <a:lnSpc>
                <a:spcPts val="1400"/>
              </a:lnSpc>
              <a:buFont typeface="Arial" panose="020B0604020202020204" pitchFamily="34" charset="0"/>
              <a:buNone/>
              <a:defRPr sz="14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en-GB"/>
              <a:t>Click to edit Master text styles</a:t>
            </a:r>
          </a:p>
        </p:txBody>
      </p:sp>
      <p:sp>
        <p:nvSpPr>
          <p:cNvPr id="12" name="Text Placeholder 6">
            <a:extLst>
              <a:ext uri="{FF2B5EF4-FFF2-40B4-BE49-F238E27FC236}">
                <a16:creationId xmlns:a16="http://schemas.microsoft.com/office/drawing/2014/main" id="{ADF580D6-76FA-48E5-A6F9-C7D7F9ECA0CF}"/>
              </a:ext>
            </a:extLst>
          </p:cNvPr>
          <p:cNvSpPr>
            <a:spLocks noGrp="1"/>
          </p:cNvSpPr>
          <p:nvPr>
            <p:ph type="body" sz="quarter" idx="16"/>
          </p:nvPr>
        </p:nvSpPr>
        <p:spPr>
          <a:xfrm>
            <a:off x="2886816" y="2626419"/>
            <a:ext cx="1908000" cy="862219"/>
          </a:xfrm>
        </p:spPr>
        <p:txBody>
          <a:bodyPr>
            <a:noAutofit/>
          </a:bodyPr>
          <a:lstStyle>
            <a:lvl1pPr marL="0" indent="0">
              <a:lnSpc>
                <a:spcPts val="1400"/>
              </a:lnSpc>
              <a:buFont typeface="Arial" panose="020B0604020202020204" pitchFamily="34" charset="0"/>
              <a:buNone/>
              <a:defRPr sz="10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en-GB"/>
              <a:t>Click to edit Master text styles</a:t>
            </a:r>
          </a:p>
        </p:txBody>
      </p:sp>
      <p:sp>
        <p:nvSpPr>
          <p:cNvPr id="13" name="Text Placeholder 6">
            <a:extLst>
              <a:ext uri="{FF2B5EF4-FFF2-40B4-BE49-F238E27FC236}">
                <a16:creationId xmlns:a16="http://schemas.microsoft.com/office/drawing/2014/main" id="{D6CE2E2F-1BA4-4018-8B3C-5192B4A35E20}"/>
              </a:ext>
            </a:extLst>
          </p:cNvPr>
          <p:cNvSpPr>
            <a:spLocks noGrp="1"/>
          </p:cNvSpPr>
          <p:nvPr>
            <p:ph type="body" sz="quarter" idx="17"/>
          </p:nvPr>
        </p:nvSpPr>
        <p:spPr>
          <a:xfrm>
            <a:off x="2886816" y="2090947"/>
            <a:ext cx="1908000" cy="504411"/>
          </a:xfrm>
        </p:spPr>
        <p:txBody>
          <a:bodyPr anchor="b">
            <a:noAutofit/>
          </a:bodyPr>
          <a:lstStyle>
            <a:lvl1pPr marL="0" indent="0">
              <a:lnSpc>
                <a:spcPts val="1400"/>
              </a:lnSpc>
              <a:buFont typeface="Arial" panose="020B0604020202020204" pitchFamily="34" charset="0"/>
              <a:buNone/>
              <a:defRPr sz="14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en-GB"/>
              <a:t>Click to edit Master text styles</a:t>
            </a:r>
          </a:p>
        </p:txBody>
      </p:sp>
      <p:sp>
        <p:nvSpPr>
          <p:cNvPr id="14" name="Text Placeholder 6">
            <a:extLst>
              <a:ext uri="{FF2B5EF4-FFF2-40B4-BE49-F238E27FC236}">
                <a16:creationId xmlns:a16="http://schemas.microsoft.com/office/drawing/2014/main" id="{9780CD93-461B-4895-AFE1-B11CB717CAC3}"/>
              </a:ext>
            </a:extLst>
          </p:cNvPr>
          <p:cNvSpPr>
            <a:spLocks noGrp="1"/>
          </p:cNvSpPr>
          <p:nvPr>
            <p:ph type="body" sz="quarter" idx="18"/>
          </p:nvPr>
        </p:nvSpPr>
        <p:spPr>
          <a:xfrm>
            <a:off x="4945933" y="2626419"/>
            <a:ext cx="1908000" cy="862219"/>
          </a:xfrm>
        </p:spPr>
        <p:txBody>
          <a:bodyPr>
            <a:noAutofit/>
          </a:bodyPr>
          <a:lstStyle>
            <a:lvl1pPr marL="0" indent="0">
              <a:lnSpc>
                <a:spcPts val="1400"/>
              </a:lnSpc>
              <a:buFont typeface="Arial" panose="020B0604020202020204" pitchFamily="34" charset="0"/>
              <a:buNone/>
              <a:defRPr sz="10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en-GB"/>
              <a:t>Click to edit Master text styles</a:t>
            </a:r>
          </a:p>
        </p:txBody>
      </p:sp>
      <p:sp>
        <p:nvSpPr>
          <p:cNvPr id="15" name="Text Placeholder 6">
            <a:extLst>
              <a:ext uri="{FF2B5EF4-FFF2-40B4-BE49-F238E27FC236}">
                <a16:creationId xmlns:a16="http://schemas.microsoft.com/office/drawing/2014/main" id="{7670DE1A-52CE-4331-B7C3-9D35588A2926}"/>
              </a:ext>
            </a:extLst>
          </p:cNvPr>
          <p:cNvSpPr>
            <a:spLocks noGrp="1"/>
          </p:cNvSpPr>
          <p:nvPr>
            <p:ph type="body" sz="quarter" idx="19"/>
          </p:nvPr>
        </p:nvSpPr>
        <p:spPr>
          <a:xfrm>
            <a:off x="4945933" y="2090947"/>
            <a:ext cx="1908000" cy="504411"/>
          </a:xfrm>
        </p:spPr>
        <p:txBody>
          <a:bodyPr anchor="b">
            <a:noAutofit/>
          </a:bodyPr>
          <a:lstStyle>
            <a:lvl1pPr marL="0" indent="0">
              <a:lnSpc>
                <a:spcPts val="1400"/>
              </a:lnSpc>
              <a:buFont typeface="Arial" panose="020B0604020202020204" pitchFamily="34" charset="0"/>
              <a:buNone/>
              <a:defRPr sz="14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en-GB"/>
              <a:t>Click to edit Master text styles</a:t>
            </a:r>
          </a:p>
        </p:txBody>
      </p:sp>
      <p:pic>
        <p:nvPicPr>
          <p:cNvPr id="424832917" name="Rectangle 10" descr="{&quot;templafy&quot;:{&quot;id&quot;:&quot;ed29f3a9-f196-4536-a60c-0b9b1db6abd3&quot;}}"/>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98816" y="4048055"/>
            <a:ext cx="2221200" cy="460800"/>
          </a:xfrm>
          <a:prstGeom prst="rect">
            <a:avLst/>
          </a:prstGeom>
        </p:spPr>
      </p:pic>
      <p:sp>
        <p:nvSpPr>
          <p:cNvPr id="3" name="Rectangle 2" descr="{&quot;templafy&quot;:{&quot;id&quot;:&quot;dd8c6e3a-82b3-45c7-bb9f-77a6d1f558e0&quot;}}">
            <a:extLst>
              <a:ext uri="{FF2B5EF4-FFF2-40B4-BE49-F238E27FC236}">
                <a16:creationId xmlns:a16="http://schemas.microsoft.com/office/drawing/2014/main" id="{36F02173-B0F5-4193-B6FF-8607454762B4}"/>
              </a:ext>
            </a:extLst>
          </p:cNvPr>
          <p:cNvSpPr/>
          <p:nvPr userDrawn="1"/>
        </p:nvSpPr>
        <p:spPr>
          <a:xfrm>
            <a:off x="4945930" y="3515014"/>
            <a:ext cx="2038450" cy="991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algn="l">
              <a:lnSpc>
                <a:spcPts val="1200"/>
              </a:lnSpc>
            </a:pPr>
            <a:r>
              <a:rPr lang="en-GB" sz="1000">
                <a:solidFill>
                  <a:schemeClr val="tx1"/>
                </a:solidFill>
              </a:rPr>
              <a:t>University of St.Gallen 
Dufourstrasse 50 
9000 St.Gallen 
unisg.ch</a:t>
            </a:r>
          </a:p>
        </p:txBody>
      </p:sp>
    </p:spTree>
    <p:extLst>
      <p:ext uri="{BB962C8B-B14F-4D97-AF65-F5344CB8AC3E}">
        <p14:creationId xmlns:p14="http://schemas.microsoft.com/office/powerpoint/2010/main" val="51870949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oleObject" Target="../embeddings/oleObject1.bin"/><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40"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788159C-26D7-4923-8294-5AA200D645E7}"/>
              </a:ext>
            </a:extLst>
          </p:cNvPr>
          <p:cNvGraphicFramePr>
            <a:graphicFrameLocks noChangeAspect="1"/>
          </p:cNvGraphicFramePr>
          <p:nvPr userDrawn="1">
            <p:custDataLst>
              <p:tags r:id="rId38"/>
            </p:custDataLst>
            <p:extLst>
              <p:ext uri="{D42A27DB-BD31-4B8C-83A1-F6EECF244321}">
                <p14:modId xmlns:p14="http://schemas.microsoft.com/office/powerpoint/2010/main" val="26350479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9" imgW="473" imgH="473" progId="TCLayout.ActiveDocument.1">
                  <p:embed/>
                </p:oleObj>
              </mc:Choice>
              <mc:Fallback>
                <p:oleObj name="think-cell Slide" r:id="rId39" imgW="473" imgH="473" progId="TCLayout.ActiveDocument.1">
                  <p:embed/>
                  <p:pic>
                    <p:nvPicPr>
                      <p:cNvPr id="8" name="think-cell data - do not delete" hidden="1">
                        <a:extLst>
                          <a:ext uri="{FF2B5EF4-FFF2-40B4-BE49-F238E27FC236}">
                            <a16:creationId xmlns:a16="http://schemas.microsoft.com/office/drawing/2014/main" id="{7788159C-26D7-4923-8294-5AA200D645E7}"/>
                          </a:ext>
                        </a:extLst>
                      </p:cNvPr>
                      <p:cNvPicPr/>
                      <p:nvPr/>
                    </p:nvPicPr>
                    <p:blipFill>
                      <a:blip r:embed="rId40"/>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22501321-794C-47B8-ABDC-7DAF88C9DC68}"/>
              </a:ext>
            </a:extLst>
          </p:cNvPr>
          <p:cNvSpPr>
            <a:spLocks noGrp="1"/>
          </p:cNvSpPr>
          <p:nvPr>
            <p:ph type="title"/>
          </p:nvPr>
        </p:nvSpPr>
        <p:spPr>
          <a:xfrm>
            <a:off x="358775" y="376238"/>
            <a:ext cx="8426450" cy="609662"/>
          </a:xfrm>
          <a:prstGeom prst="rect">
            <a:avLst/>
          </a:prstGeom>
        </p:spPr>
        <p:txBody>
          <a:bodyPr vert="horz" lIns="0" tIns="0" rIns="0" bIns="0" rtlCol="0" anchor="t">
            <a:noAutofit/>
          </a:bodyPr>
          <a:lstStyle/>
          <a:p>
            <a:r>
              <a:rPr lang="en-GB"/>
              <a:t>Click to edit Master title style</a:t>
            </a:r>
          </a:p>
        </p:txBody>
      </p:sp>
      <p:sp>
        <p:nvSpPr>
          <p:cNvPr id="3" name="Text Placeholder 2">
            <a:extLst>
              <a:ext uri="{FF2B5EF4-FFF2-40B4-BE49-F238E27FC236}">
                <a16:creationId xmlns:a16="http://schemas.microsoft.com/office/drawing/2014/main" id="{076F94A2-50F8-430F-B46C-2D50472D7A69}"/>
              </a:ext>
            </a:extLst>
          </p:cNvPr>
          <p:cNvSpPr>
            <a:spLocks noGrp="1"/>
          </p:cNvSpPr>
          <p:nvPr>
            <p:ph type="body" idx="1"/>
          </p:nvPr>
        </p:nvSpPr>
        <p:spPr>
          <a:xfrm>
            <a:off x="358775" y="1276350"/>
            <a:ext cx="8426450" cy="3203575"/>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01CEDF7-309C-40F3-8700-9F4DBE766E2C}"/>
              </a:ext>
            </a:extLst>
          </p:cNvPr>
          <p:cNvSpPr>
            <a:spLocks noGrp="1"/>
          </p:cNvSpPr>
          <p:nvPr>
            <p:ph type="dt" sz="half" idx="2"/>
          </p:nvPr>
        </p:nvSpPr>
        <p:spPr>
          <a:xfrm>
            <a:off x="6804000" y="4770375"/>
            <a:ext cx="1177196" cy="184336"/>
          </a:xfrm>
          <a:prstGeom prst="rect">
            <a:avLst/>
          </a:prstGeom>
        </p:spPr>
        <p:txBody>
          <a:bodyPr vert="horz" lIns="0" tIns="0" rIns="0" bIns="0" rtlCol="0" anchor="t"/>
          <a:lstStyle>
            <a:lvl1pPr algn="l">
              <a:defRPr sz="800">
                <a:solidFill>
                  <a:schemeClr val="tx1"/>
                </a:solidFill>
              </a:defRPr>
            </a:lvl1pPr>
          </a:lstStyle>
          <a:p>
            <a:r>
              <a:rPr lang="en-GB"/>
              <a:t>13 April 2023</a:t>
            </a:r>
          </a:p>
        </p:txBody>
      </p:sp>
      <p:sp>
        <p:nvSpPr>
          <p:cNvPr id="5" name="Footer Placeholder 4">
            <a:extLst>
              <a:ext uri="{FF2B5EF4-FFF2-40B4-BE49-F238E27FC236}">
                <a16:creationId xmlns:a16="http://schemas.microsoft.com/office/drawing/2014/main" id="{867B08D8-7EDB-4388-A7EE-8AB294EA7887}"/>
              </a:ext>
            </a:extLst>
          </p:cNvPr>
          <p:cNvSpPr>
            <a:spLocks noGrp="1"/>
          </p:cNvSpPr>
          <p:nvPr>
            <p:ph type="ftr" sz="quarter" idx="3"/>
          </p:nvPr>
        </p:nvSpPr>
        <p:spPr>
          <a:xfrm>
            <a:off x="2519999" y="4770374"/>
            <a:ext cx="3086100" cy="184335"/>
          </a:xfrm>
          <a:prstGeom prst="rect">
            <a:avLst/>
          </a:prstGeom>
        </p:spPr>
        <p:txBody>
          <a:bodyPr vert="horz" lIns="0" tIns="0" rIns="0" bIns="0" rtlCol="0" anchor="t"/>
          <a:lstStyle>
            <a:lvl1pPr algn="l">
              <a:defRPr sz="800">
                <a:solidFill>
                  <a:schemeClr val="tx1"/>
                </a:solidFill>
              </a:defRPr>
            </a:lvl1pPr>
          </a:lstStyle>
          <a:p>
            <a:r>
              <a:rPr lang="en-GB"/>
              <a:t>Corporate Design - Power Point Master</a:t>
            </a:r>
          </a:p>
        </p:txBody>
      </p:sp>
      <p:sp>
        <p:nvSpPr>
          <p:cNvPr id="6" name="Slide Number Placeholder 5">
            <a:extLst>
              <a:ext uri="{FF2B5EF4-FFF2-40B4-BE49-F238E27FC236}">
                <a16:creationId xmlns:a16="http://schemas.microsoft.com/office/drawing/2014/main" id="{7A26C2A0-BCAA-4FD2-BD67-F5225215B65D}"/>
              </a:ext>
            </a:extLst>
          </p:cNvPr>
          <p:cNvSpPr>
            <a:spLocks noGrp="1"/>
          </p:cNvSpPr>
          <p:nvPr>
            <p:ph type="sldNum" sz="quarter" idx="4"/>
          </p:nvPr>
        </p:nvSpPr>
        <p:spPr>
          <a:xfrm>
            <a:off x="8571600" y="4767263"/>
            <a:ext cx="216000" cy="273844"/>
          </a:xfrm>
          <a:prstGeom prst="rect">
            <a:avLst/>
          </a:prstGeom>
        </p:spPr>
        <p:txBody>
          <a:bodyPr vert="horz" lIns="0" tIns="0" rIns="0" bIns="0" rtlCol="0" anchor="t"/>
          <a:lstStyle>
            <a:lvl1pPr algn="ctr">
              <a:defRPr sz="800" spc="-30" baseline="0">
                <a:solidFill>
                  <a:schemeClr val="bg2"/>
                </a:solidFill>
              </a:defRPr>
            </a:lvl1pPr>
          </a:lstStyle>
          <a:p>
            <a:fld id="{7559FC98-AF75-4A00-A03C-DF9FEBF6BCB9}" type="slidenum">
              <a:rPr lang="en-GB" smtClean="0"/>
              <a:pPr/>
              <a:t>‹#›</a:t>
            </a:fld>
            <a:endParaRPr lang="en-GB"/>
          </a:p>
        </p:txBody>
      </p:sp>
    </p:spTree>
    <p:extLst>
      <p:ext uri="{BB962C8B-B14F-4D97-AF65-F5344CB8AC3E}">
        <p14:creationId xmlns:p14="http://schemas.microsoft.com/office/powerpoint/2010/main" val="4246037650"/>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 id="2147483708" r:id="rId18"/>
    <p:sldLayoutId id="2147483709" r:id="rId19"/>
    <p:sldLayoutId id="2147483710" r:id="rId20"/>
    <p:sldLayoutId id="2147483661" r:id="rId21"/>
    <p:sldLayoutId id="2147483688" r:id="rId22"/>
    <p:sldLayoutId id="2147483689" r:id="rId23"/>
    <p:sldLayoutId id="2147483677" r:id="rId24"/>
    <p:sldLayoutId id="2147483663" r:id="rId25"/>
    <p:sldLayoutId id="2147483686" r:id="rId26"/>
    <p:sldLayoutId id="2147483664" r:id="rId27"/>
    <p:sldLayoutId id="2147483662" r:id="rId28"/>
    <p:sldLayoutId id="2147483672" r:id="rId29"/>
    <p:sldLayoutId id="2147483673" r:id="rId30"/>
    <p:sldLayoutId id="2147483680" r:id="rId31"/>
    <p:sldLayoutId id="2147483678" r:id="rId32"/>
    <p:sldLayoutId id="2147483679" r:id="rId33"/>
    <p:sldLayoutId id="2147483675" r:id="rId34"/>
    <p:sldLayoutId id="2147483683" r:id="rId35"/>
    <p:sldLayoutId id="2147483681" r:id="rId36"/>
  </p:sldLayoutIdLst>
  <p:hf hdr="0"/>
  <p:txStyles>
    <p:titleStyle>
      <a:lvl1pPr algn="l" defTabSz="6858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0" indent="0" algn="l" defTabSz="6858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18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2pPr>
      <a:lvl3pPr marL="54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3pPr>
      <a:lvl4pPr marL="90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4pPr>
      <a:lvl5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5pPr>
      <a:lvl6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6pPr>
      <a:lvl7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7pPr>
      <a:lvl8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8pPr>
      <a:lvl9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003">
          <p15:clr>
            <a:srgbClr val="F26B43"/>
          </p15:clr>
        </p15:guide>
        <p15:guide id="3" pos="226">
          <p15:clr>
            <a:srgbClr val="F26B43"/>
          </p15:clr>
        </p15:guide>
        <p15:guide id="4" pos="5534">
          <p15:clr>
            <a:srgbClr val="F26B43"/>
          </p15:clr>
        </p15:guide>
        <p15:guide id="5" orient="horz" pos="237">
          <p15:clr>
            <a:srgbClr val="F26B43"/>
          </p15:clr>
        </p15:guide>
        <p15:guide id="6" orient="horz" pos="804" userDrawn="1">
          <p15:clr>
            <a:srgbClr val="F26B43"/>
          </p15:clr>
        </p15:guide>
        <p15:guide id="7" orient="horz" pos="2822">
          <p15:clr>
            <a:srgbClr val="F26B43"/>
          </p15:clr>
        </p15:guide>
        <p15:guide id="8" pos="2823">
          <p15:clr>
            <a:srgbClr val="F26B43"/>
          </p15:clr>
        </p15:guide>
        <p15:guide id="9" pos="2937">
          <p15:clr>
            <a:srgbClr val="F26B43"/>
          </p15:clr>
        </p15:guide>
        <p15:guide id="10" orient="horz" pos="463">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tags" Target="../tags/tag3.xml"/><Relationship Id="rId7" Type="http://schemas.openxmlformats.org/officeDocument/2006/relationships/image" Target="../media/image1.emf"/><Relationship Id="rId2" Type="http://schemas.openxmlformats.org/officeDocument/2006/relationships/customXml" Target="../../customXml/item9.xml"/><Relationship Id="rId1" Type="http://schemas.openxmlformats.org/officeDocument/2006/relationships/customXml" Target="../../customXml/item1.xml"/><Relationship Id="rId6" Type="http://schemas.openxmlformats.org/officeDocument/2006/relationships/oleObject" Target="../embeddings/oleObject2.bin"/><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notesSlide" Target="../notesSlides/notesSlide2.xml"/><Relationship Id="rId7" Type="http://schemas.microsoft.com/office/2007/relationships/hdphoto" Target="../media/hdphoto1.wdp"/><Relationship Id="rId2" Type="http://schemas.openxmlformats.org/officeDocument/2006/relationships/slideLayout" Target="../slideLayouts/slideLayout11.xml"/><Relationship Id="rId1" Type="http://schemas.openxmlformats.org/officeDocument/2006/relationships/tags" Target="../tags/tag4.xml"/><Relationship Id="rId6" Type="http://schemas.openxmlformats.org/officeDocument/2006/relationships/image" Target="../media/image8.png"/><Relationship Id="rId11" Type="http://schemas.openxmlformats.org/officeDocument/2006/relationships/image" Target="../media/image12.png"/><Relationship Id="rId5" Type="http://schemas.openxmlformats.org/officeDocument/2006/relationships/image" Target="../media/image1.emf"/><Relationship Id="rId10" Type="http://schemas.openxmlformats.org/officeDocument/2006/relationships/image" Target="../media/image11.png"/><Relationship Id="rId4" Type="http://schemas.openxmlformats.org/officeDocument/2006/relationships/oleObject" Target="../embeddings/oleObject3.bin"/><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oleObject" Target="../embeddings/oleObject4.bin"/><Relationship Id="rId7" Type="http://schemas.openxmlformats.org/officeDocument/2006/relationships/image" Target="../media/image15.png"/><Relationship Id="rId2" Type="http://schemas.openxmlformats.org/officeDocument/2006/relationships/slideLayout" Target="../slideLayouts/slideLayout11.xml"/><Relationship Id="rId1" Type="http://schemas.openxmlformats.org/officeDocument/2006/relationships/tags" Target="../tags/tag5.xml"/><Relationship Id="rId6" Type="http://schemas.openxmlformats.org/officeDocument/2006/relationships/image" Target="../media/image14.png"/><Relationship Id="rId5" Type="http://schemas.openxmlformats.org/officeDocument/2006/relationships/image" Target="../media/image13.jpeg"/><Relationship Id="rId10" Type="http://schemas.microsoft.com/office/2007/relationships/hdphoto" Target="../media/hdphoto2.wdp"/><Relationship Id="rId4" Type="http://schemas.openxmlformats.org/officeDocument/2006/relationships/image" Target="../media/image1.emf"/><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1.xml"/><Relationship Id="rId1" Type="http://schemas.openxmlformats.org/officeDocument/2006/relationships/tags" Target="../tags/tag6.xml"/><Relationship Id="rId6" Type="http://schemas.openxmlformats.org/officeDocument/2006/relationships/image" Target="../media/image6.png"/><Relationship Id="rId5" Type="http://schemas.openxmlformats.org/officeDocument/2006/relationships/image" Target="../media/image17.png"/><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notesSlide" Target="../notesSlides/notesSlide3.xml"/><Relationship Id="rId7" Type="http://schemas.openxmlformats.org/officeDocument/2006/relationships/image" Target="../media/image18.png"/><Relationship Id="rId2" Type="http://schemas.openxmlformats.org/officeDocument/2006/relationships/slideLayout" Target="../slideLayouts/slideLayout8.xml"/><Relationship Id="rId1" Type="http://schemas.openxmlformats.org/officeDocument/2006/relationships/tags" Target="../tags/tag7.xml"/><Relationship Id="rId6" Type="http://schemas.openxmlformats.org/officeDocument/2006/relationships/image" Target="../media/image6.png"/><Relationship Id="rId5" Type="http://schemas.openxmlformats.org/officeDocument/2006/relationships/image" Target="../media/image1.emf"/><Relationship Id="rId10" Type="http://schemas.openxmlformats.org/officeDocument/2006/relationships/image" Target="../media/image21.png"/><Relationship Id="rId4" Type="http://schemas.openxmlformats.org/officeDocument/2006/relationships/oleObject" Target="../embeddings/oleObject6.bin"/><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oleObject" Target="../embeddings/oleObject7.bin"/><Relationship Id="rId7" Type="http://schemas.openxmlformats.org/officeDocument/2006/relationships/image" Target="../media/image24.svg"/><Relationship Id="rId2" Type="http://schemas.openxmlformats.org/officeDocument/2006/relationships/slideLayout" Target="../slideLayouts/slideLayout8.xml"/><Relationship Id="rId1" Type="http://schemas.openxmlformats.org/officeDocument/2006/relationships/tags" Target="../tags/tag8.xml"/><Relationship Id="rId6" Type="http://schemas.openxmlformats.org/officeDocument/2006/relationships/image" Target="../media/image23.png"/><Relationship Id="rId11" Type="http://schemas.microsoft.com/office/2007/relationships/hdphoto" Target="../media/hdphoto3.wdp"/><Relationship Id="rId5" Type="http://schemas.openxmlformats.org/officeDocument/2006/relationships/image" Target="../media/image22.png"/><Relationship Id="rId10" Type="http://schemas.openxmlformats.org/officeDocument/2006/relationships/image" Target="../media/image8.png"/><Relationship Id="rId4" Type="http://schemas.openxmlformats.org/officeDocument/2006/relationships/image" Target="../media/image1.emf"/><Relationship Id="rId9" Type="http://schemas.openxmlformats.org/officeDocument/2006/relationships/image" Target="../media/image26.svg"/></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4.xml"/><Relationship Id="rId7" Type="http://schemas.openxmlformats.org/officeDocument/2006/relationships/image" Target="../media/image27.png"/><Relationship Id="rId2" Type="http://schemas.openxmlformats.org/officeDocument/2006/relationships/slideLayout" Target="../slideLayouts/slideLayout11.xml"/><Relationship Id="rId1" Type="http://schemas.openxmlformats.org/officeDocument/2006/relationships/tags" Target="../tags/tag9.xml"/><Relationship Id="rId6" Type="http://schemas.openxmlformats.org/officeDocument/2006/relationships/image" Target="../media/image19.jpeg"/><Relationship Id="rId5" Type="http://schemas.openxmlformats.org/officeDocument/2006/relationships/image" Target="../media/image1.emf"/><Relationship Id="rId4" Type="http://schemas.openxmlformats.org/officeDocument/2006/relationships/oleObject" Target="../embeddings/oleObject8.bin"/></Relationships>
</file>

<file path=ppt/slides/_rels/slide8.xml.rels><?xml version="1.0" encoding="UTF-8" standalone="yes"?>
<Relationships xmlns="http://schemas.openxmlformats.org/package/2006/relationships"><Relationship Id="rId8" Type="http://schemas.openxmlformats.org/officeDocument/2006/relationships/tags" Target="../tags/tag17.xml"/><Relationship Id="rId13" Type="http://schemas.openxmlformats.org/officeDocument/2006/relationships/tags" Target="../tags/tag22.xml"/><Relationship Id="rId18" Type="http://schemas.openxmlformats.org/officeDocument/2006/relationships/tags" Target="../tags/tag27.xml"/><Relationship Id="rId26" Type="http://schemas.openxmlformats.org/officeDocument/2006/relationships/oleObject" Target="../embeddings/oleObject9.bin"/><Relationship Id="rId3" Type="http://schemas.openxmlformats.org/officeDocument/2006/relationships/tags" Target="../tags/tag12.xml"/><Relationship Id="rId21" Type="http://schemas.openxmlformats.org/officeDocument/2006/relationships/tags" Target="../tags/tag30.xml"/><Relationship Id="rId7" Type="http://schemas.openxmlformats.org/officeDocument/2006/relationships/tags" Target="../tags/tag16.xml"/><Relationship Id="rId12" Type="http://schemas.openxmlformats.org/officeDocument/2006/relationships/tags" Target="../tags/tag21.xml"/><Relationship Id="rId17" Type="http://schemas.openxmlformats.org/officeDocument/2006/relationships/tags" Target="../tags/tag26.xml"/><Relationship Id="rId25" Type="http://schemas.openxmlformats.org/officeDocument/2006/relationships/notesSlide" Target="../notesSlides/notesSlide5.xml"/><Relationship Id="rId2" Type="http://schemas.openxmlformats.org/officeDocument/2006/relationships/tags" Target="../tags/tag11.xml"/><Relationship Id="rId16" Type="http://schemas.openxmlformats.org/officeDocument/2006/relationships/tags" Target="../tags/tag25.xml"/><Relationship Id="rId20" Type="http://schemas.openxmlformats.org/officeDocument/2006/relationships/tags" Target="../tags/tag29.xml"/><Relationship Id="rId29" Type="http://schemas.openxmlformats.org/officeDocument/2006/relationships/image" Target="../media/image29.png"/><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tags" Target="../tags/tag20.xml"/><Relationship Id="rId24" Type="http://schemas.openxmlformats.org/officeDocument/2006/relationships/slideLayout" Target="../slideLayouts/slideLayout8.xml"/><Relationship Id="rId32" Type="http://schemas.microsoft.com/office/2007/relationships/hdphoto" Target="../media/hdphoto4.wdp"/><Relationship Id="rId5" Type="http://schemas.openxmlformats.org/officeDocument/2006/relationships/tags" Target="../tags/tag14.xml"/><Relationship Id="rId15" Type="http://schemas.openxmlformats.org/officeDocument/2006/relationships/tags" Target="../tags/tag24.xml"/><Relationship Id="rId23" Type="http://schemas.openxmlformats.org/officeDocument/2006/relationships/tags" Target="../tags/tag32.xml"/><Relationship Id="rId28" Type="http://schemas.openxmlformats.org/officeDocument/2006/relationships/image" Target="../media/image28.png"/><Relationship Id="rId10" Type="http://schemas.openxmlformats.org/officeDocument/2006/relationships/tags" Target="../tags/tag19.xml"/><Relationship Id="rId19" Type="http://schemas.openxmlformats.org/officeDocument/2006/relationships/tags" Target="../tags/tag28.xml"/><Relationship Id="rId31" Type="http://schemas.openxmlformats.org/officeDocument/2006/relationships/image" Target="../media/image8.png"/><Relationship Id="rId4" Type="http://schemas.openxmlformats.org/officeDocument/2006/relationships/tags" Target="../tags/tag13.xml"/><Relationship Id="rId9" Type="http://schemas.openxmlformats.org/officeDocument/2006/relationships/tags" Target="../tags/tag18.xml"/><Relationship Id="rId14" Type="http://schemas.openxmlformats.org/officeDocument/2006/relationships/tags" Target="../tags/tag23.xml"/><Relationship Id="rId22" Type="http://schemas.openxmlformats.org/officeDocument/2006/relationships/tags" Target="../tags/tag31.xml"/><Relationship Id="rId27" Type="http://schemas.openxmlformats.org/officeDocument/2006/relationships/image" Target="../media/image1.emf"/><Relationship Id="rId30"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2DAB4408-EA40-417E-9AA1-CCA26EC4B008}"/>
              </a:ext>
            </a:extLst>
          </p:cNvPr>
          <p:cNvGraphicFramePr>
            <a:graphicFrameLocks noChangeAspect="1"/>
          </p:cNvGraphicFramePr>
          <p:nvPr>
            <p:custDataLst>
              <p:tags r:id="rId3"/>
            </p:custDataLst>
            <p:extLst>
              <p:ext uri="{D42A27DB-BD31-4B8C-83A1-F6EECF244321}">
                <p14:modId xmlns:p14="http://schemas.microsoft.com/office/powerpoint/2010/main" val="4586435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592" imgH="591" progId="TCLayout.ActiveDocument.1">
                  <p:embed/>
                </p:oleObj>
              </mc:Choice>
              <mc:Fallback>
                <p:oleObj name="think-cell Slide" r:id="rId6" imgW="592" imgH="591" progId="TCLayout.ActiveDocument.1">
                  <p:embed/>
                  <p:pic>
                    <p:nvPicPr>
                      <p:cNvPr id="8" name="think-cell data - do not delete" hidden="1">
                        <a:extLst>
                          <a:ext uri="{FF2B5EF4-FFF2-40B4-BE49-F238E27FC236}">
                            <a16:creationId xmlns:a16="http://schemas.microsoft.com/office/drawing/2014/main" id="{2DAB4408-EA40-417E-9AA1-CCA26EC4B00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94B0BCA-4F5F-4013-85EF-9B92FCD581B6}"/>
              </a:ext>
            </a:extLst>
          </p:cNvPr>
          <p:cNvSpPr>
            <a:spLocks noGrp="1"/>
          </p:cNvSpPr>
          <p:nvPr>
            <p:ph type="title"/>
          </p:nvPr>
        </p:nvSpPr>
        <p:spPr>
          <a:xfrm>
            <a:off x="827014" y="1098178"/>
            <a:ext cx="5469465" cy="1473572"/>
          </a:xfrm>
        </p:spPr>
        <p:txBody>
          <a:bodyPr vert="horz"/>
          <a:lstStyle/>
          <a:p>
            <a:r>
              <a:rPr lang="en-US" sz="3600" dirty="0">
                <a:latin typeface="Gill Sans Nova"/>
              </a:rPr>
              <a:t>Eduatar – the legal chatbot</a:t>
            </a:r>
            <a:endParaRPr lang="en-US" sz="3600" dirty="0">
              <a:latin typeface="Gill Sans Nova Light"/>
            </a:endParaRPr>
          </a:p>
        </p:txBody>
      </p:sp>
      <p:sp>
        <p:nvSpPr>
          <p:cNvPr id="3" name="Text Placeholder 2">
            <a:extLst>
              <a:ext uri="{FF2B5EF4-FFF2-40B4-BE49-F238E27FC236}">
                <a16:creationId xmlns:a16="http://schemas.microsoft.com/office/drawing/2014/main" id="{B3A452BF-BC7E-4241-8028-121E88C1F22B}"/>
              </a:ext>
            </a:extLst>
          </p:cNvPr>
          <p:cNvSpPr>
            <a:spLocks noGrp="1"/>
          </p:cNvSpPr>
          <p:nvPr>
            <p:ph type="body" sz="quarter" idx="10"/>
          </p:nvPr>
        </p:nvSpPr>
        <p:spPr>
          <a:xfrm>
            <a:off x="831027" y="2952750"/>
            <a:ext cx="3650486" cy="1527175"/>
          </a:xfrm>
        </p:spPr>
        <p:txBody>
          <a:bodyPr>
            <a:normAutofit/>
          </a:bodyPr>
          <a:lstStyle/>
          <a:p>
            <a:r>
              <a:rPr lang="en-US" dirty="0"/>
              <a:t>Spring Semester</a:t>
            </a:r>
            <a:br>
              <a:rPr lang="en-US" dirty="0"/>
            </a:br>
            <a:r>
              <a:rPr lang="en-US" dirty="0"/>
              <a:t>St.Gallen, 25th May 2023</a:t>
            </a:r>
          </a:p>
          <a:p>
            <a:endParaRPr lang="en-US" dirty="0"/>
          </a:p>
          <a:p>
            <a:pPr>
              <a:spcAft>
                <a:spcPts val="300"/>
              </a:spcAft>
            </a:pPr>
            <a:r>
              <a:rPr lang="en-US" b="1" dirty="0"/>
              <a:t>Group A</a:t>
            </a:r>
          </a:p>
          <a:p>
            <a:r>
              <a:rPr lang="en-US" dirty="0"/>
              <a:t>Kaan Aydin</a:t>
            </a:r>
          </a:p>
          <a:p>
            <a:r>
              <a:rPr lang="en-US" dirty="0"/>
              <a:t>Sven Schnydrig</a:t>
            </a:r>
          </a:p>
        </p:txBody>
      </p:sp>
      <p:sp>
        <p:nvSpPr>
          <p:cNvPr id="6" name="Rectangle 9">
            <a:extLst>
              <a:ext uri="{FF2B5EF4-FFF2-40B4-BE49-F238E27FC236}">
                <a16:creationId xmlns:a16="http://schemas.microsoft.com/office/drawing/2014/main" id="{5851212D-D969-488A-A19E-AC71E21F14C0}"/>
              </a:ext>
            </a:extLst>
          </p:cNvPr>
          <p:cNvSpPr>
            <a:spLocks/>
          </p:cNvSpPr>
          <p:nvPr/>
        </p:nvSpPr>
        <p:spPr>
          <a:xfrm>
            <a:off x="6405877" y="1745540"/>
            <a:ext cx="1951356" cy="2169236"/>
          </a:xfrm>
          <a:custGeom>
            <a:avLst/>
            <a:gdLst>
              <a:gd name="connsiteX0" fmla="*/ 0 w 1861343"/>
              <a:gd name="connsiteY0" fmla="*/ 0 h 2329962"/>
              <a:gd name="connsiteX1" fmla="*/ 1861343 w 1861343"/>
              <a:gd name="connsiteY1" fmla="*/ 0 h 2329962"/>
              <a:gd name="connsiteX2" fmla="*/ 1861343 w 1861343"/>
              <a:gd name="connsiteY2" fmla="*/ 2329962 h 2329962"/>
              <a:gd name="connsiteX3" fmla="*/ 0 w 1861343"/>
              <a:gd name="connsiteY3" fmla="*/ 2329962 h 2329962"/>
              <a:gd name="connsiteX4" fmla="*/ 0 w 1861343"/>
              <a:gd name="connsiteY4" fmla="*/ 0 h 2329962"/>
              <a:gd name="connsiteX0" fmla="*/ 0 w 3408789"/>
              <a:gd name="connsiteY0" fmla="*/ 852854 h 2329962"/>
              <a:gd name="connsiteX1" fmla="*/ 3408789 w 3408789"/>
              <a:gd name="connsiteY1" fmla="*/ 0 h 2329962"/>
              <a:gd name="connsiteX2" fmla="*/ 3408789 w 3408789"/>
              <a:gd name="connsiteY2" fmla="*/ 2329962 h 2329962"/>
              <a:gd name="connsiteX3" fmla="*/ 1547446 w 3408789"/>
              <a:gd name="connsiteY3" fmla="*/ 2329962 h 2329962"/>
              <a:gd name="connsiteX4" fmla="*/ 0 w 3408789"/>
              <a:gd name="connsiteY4" fmla="*/ 852854 h 2329962"/>
              <a:gd name="connsiteX0" fmla="*/ 0 w 3408789"/>
              <a:gd name="connsiteY0" fmla="*/ 852854 h 3516924"/>
              <a:gd name="connsiteX1" fmla="*/ 3408789 w 3408789"/>
              <a:gd name="connsiteY1" fmla="*/ 0 h 3516924"/>
              <a:gd name="connsiteX2" fmla="*/ 3408789 w 3408789"/>
              <a:gd name="connsiteY2" fmla="*/ 2329962 h 3516924"/>
              <a:gd name="connsiteX3" fmla="*/ 483577 w 3408789"/>
              <a:gd name="connsiteY3" fmla="*/ 3516924 h 3516924"/>
              <a:gd name="connsiteX4" fmla="*/ 0 w 3408789"/>
              <a:gd name="connsiteY4" fmla="*/ 852854 h 3516924"/>
              <a:gd name="connsiteX0" fmla="*/ 0 w 3417582"/>
              <a:gd name="connsiteY0" fmla="*/ 852854 h 3789485"/>
              <a:gd name="connsiteX1" fmla="*/ 3408789 w 3417582"/>
              <a:gd name="connsiteY1" fmla="*/ 0 h 3789485"/>
              <a:gd name="connsiteX2" fmla="*/ 3417582 w 3417582"/>
              <a:gd name="connsiteY2" fmla="*/ 3789485 h 3789485"/>
              <a:gd name="connsiteX3" fmla="*/ 483577 w 3417582"/>
              <a:gd name="connsiteY3" fmla="*/ 3516924 h 3789485"/>
              <a:gd name="connsiteX4" fmla="*/ 0 w 3417582"/>
              <a:gd name="connsiteY4" fmla="*/ 852854 h 3789485"/>
              <a:gd name="connsiteX0" fmla="*/ 0 w 3417582"/>
              <a:gd name="connsiteY0" fmla="*/ 852854 h 3789485"/>
              <a:gd name="connsiteX1" fmla="*/ 3408789 w 3417582"/>
              <a:gd name="connsiteY1" fmla="*/ 0 h 3789485"/>
              <a:gd name="connsiteX2" fmla="*/ 3417582 w 3417582"/>
              <a:gd name="connsiteY2" fmla="*/ 3789485 h 3789485"/>
              <a:gd name="connsiteX3" fmla="*/ 501162 w 3417582"/>
              <a:gd name="connsiteY3" fmla="*/ 3570549 h 3789485"/>
              <a:gd name="connsiteX4" fmla="*/ 0 w 3417582"/>
              <a:gd name="connsiteY4" fmla="*/ 852854 h 3789485"/>
              <a:gd name="connsiteX0" fmla="*/ 0 w 3408789"/>
              <a:gd name="connsiteY0" fmla="*/ 852854 h 3852049"/>
              <a:gd name="connsiteX1" fmla="*/ 3408789 w 3408789"/>
              <a:gd name="connsiteY1" fmla="*/ 0 h 3852049"/>
              <a:gd name="connsiteX2" fmla="*/ 3399997 w 3408789"/>
              <a:gd name="connsiteY2" fmla="*/ 3852049 h 3852049"/>
              <a:gd name="connsiteX3" fmla="*/ 501162 w 3408789"/>
              <a:gd name="connsiteY3" fmla="*/ 3570549 h 3852049"/>
              <a:gd name="connsiteX4" fmla="*/ 0 w 3408789"/>
              <a:gd name="connsiteY4" fmla="*/ 852854 h 3852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789" h="3852049">
                <a:moveTo>
                  <a:pt x="0" y="852854"/>
                </a:moveTo>
                <a:lnTo>
                  <a:pt x="3408789" y="0"/>
                </a:lnTo>
                <a:cubicBezTo>
                  <a:pt x="3405858" y="1284016"/>
                  <a:pt x="3402928" y="2568033"/>
                  <a:pt x="3399997" y="3852049"/>
                </a:cubicBezTo>
                <a:lnTo>
                  <a:pt x="501162" y="3570549"/>
                </a:lnTo>
                <a:lnTo>
                  <a:pt x="0" y="852854"/>
                </a:lnTo>
                <a:close/>
              </a:path>
            </a:pathLst>
          </a:custGeom>
          <a:noFill/>
          <a:ln w="4572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29160000" tIns="29160000" rIns="29160000" bIns="29160000" rtlCol="0" anchor="ctr"/>
          <a:lstStyle/>
          <a:p>
            <a:pPr algn="ctr"/>
            <a:endParaRPr lang="en-US"/>
          </a:p>
        </p:txBody>
      </p:sp>
      <p:pic>
        <p:nvPicPr>
          <p:cNvPr id="13" name="Picture 12">
            <a:extLst>
              <a:ext uri="{FF2B5EF4-FFF2-40B4-BE49-F238E27FC236}">
                <a16:creationId xmlns:a16="http://schemas.microsoft.com/office/drawing/2014/main" id="{E0BA7208-193F-41D3-BCBB-3DC3DEE7807F}"/>
              </a:ext>
            </a:extLst>
          </p:cNvPr>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6398006" y="691020"/>
            <a:ext cx="2755950" cy="3063668"/>
          </a:xfrm>
          <a:custGeom>
            <a:avLst/>
            <a:gdLst>
              <a:gd name="connsiteX0" fmla="*/ 3408789 w 3408789"/>
              <a:gd name="connsiteY0" fmla="*/ 0 h 3789400"/>
              <a:gd name="connsiteX1" fmla="*/ 3399997 w 3408789"/>
              <a:gd name="connsiteY1" fmla="*/ 3789400 h 3789400"/>
              <a:gd name="connsiteX2" fmla="*/ 501162 w 3408789"/>
              <a:gd name="connsiteY2" fmla="*/ 3512478 h 3789400"/>
              <a:gd name="connsiteX3" fmla="*/ 0 w 3408789"/>
              <a:gd name="connsiteY3" fmla="*/ 838983 h 3789400"/>
            </a:gdLst>
            <a:ahLst/>
            <a:cxnLst>
              <a:cxn ang="0">
                <a:pos x="connsiteX0" y="connsiteY0"/>
              </a:cxn>
              <a:cxn ang="0">
                <a:pos x="connsiteX1" y="connsiteY1"/>
              </a:cxn>
              <a:cxn ang="0">
                <a:pos x="connsiteX2" y="connsiteY2"/>
              </a:cxn>
              <a:cxn ang="0">
                <a:pos x="connsiteX3" y="connsiteY3"/>
              </a:cxn>
            </a:cxnLst>
            <a:rect l="l" t="t" r="r" b="b"/>
            <a:pathLst>
              <a:path w="3408789" h="3789400">
                <a:moveTo>
                  <a:pt x="3408789" y="0"/>
                </a:moveTo>
                <a:cubicBezTo>
                  <a:pt x="3405858" y="1263133"/>
                  <a:pt x="3402928" y="2526267"/>
                  <a:pt x="3399997" y="3789400"/>
                </a:cubicBezTo>
                <a:lnTo>
                  <a:pt x="501162" y="3512478"/>
                </a:lnTo>
                <a:lnTo>
                  <a:pt x="0" y="838983"/>
                </a:lnTo>
                <a:close/>
              </a:path>
            </a:pathLst>
          </a:custGeom>
        </p:spPr>
      </p:pic>
    </p:spTree>
    <p:custDataLst>
      <p:custData r:id="rId1"/>
      <p:custData r:id="rId2"/>
    </p:custDataLst>
    <p:extLst>
      <p:ext uri="{BB962C8B-B14F-4D97-AF65-F5344CB8AC3E}">
        <p14:creationId xmlns:p14="http://schemas.microsoft.com/office/powerpoint/2010/main" val="1027030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CB7F63E6-8DBF-43EB-A72D-635731569B91}"/>
              </a:ext>
            </a:extLst>
          </p:cNvPr>
          <p:cNvSpPr/>
          <p:nvPr/>
        </p:nvSpPr>
        <p:spPr>
          <a:xfrm>
            <a:off x="2426940" y="0"/>
            <a:ext cx="6717059" cy="5143500"/>
          </a:xfrm>
          <a:prstGeom prst="rect">
            <a:avLst/>
          </a:prstGeom>
          <a:solidFill>
            <a:srgbClr val="F5F5F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Object 5" hidden="1">
            <a:extLst>
              <a:ext uri="{FF2B5EF4-FFF2-40B4-BE49-F238E27FC236}">
                <a16:creationId xmlns:a16="http://schemas.microsoft.com/office/drawing/2014/main" id="{7D5DBC01-81E9-4052-AC47-E99940822B74}"/>
              </a:ext>
            </a:extLst>
          </p:cNvPr>
          <p:cNvGraphicFramePr>
            <a:graphicFrameLocks noChangeAspect="1"/>
          </p:cNvGraphicFramePr>
          <p:nvPr>
            <p:custDataLst>
              <p:tags r:id="rId1"/>
            </p:custDataLst>
            <p:extLst>
              <p:ext uri="{D42A27DB-BD31-4B8C-83A1-F6EECF244321}">
                <p14:modId xmlns:p14="http://schemas.microsoft.com/office/powerpoint/2010/main" val="41409309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6" name="Object 5" hidden="1">
                        <a:extLst>
                          <a:ext uri="{FF2B5EF4-FFF2-40B4-BE49-F238E27FC236}">
                            <a16:creationId xmlns:a16="http://schemas.microsoft.com/office/drawing/2014/main" id="{7D5DBC01-81E9-4052-AC47-E99940822B7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A2D3E2DE-8A77-4032-8750-D22C623B4F38}"/>
              </a:ext>
            </a:extLst>
          </p:cNvPr>
          <p:cNvSpPr/>
          <p:nvPr/>
        </p:nvSpPr>
        <p:spPr>
          <a:xfrm>
            <a:off x="0" y="0"/>
            <a:ext cx="240792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Rectangle 9" descr="{&quot;templafy&quot;:{&quot;id&quot;:&quot;ecae834d-0ceb-4a6f-9f4a-41591a350c5c&quot;}}">
            <a:extLst>
              <a:ext uri="{FF2B5EF4-FFF2-40B4-BE49-F238E27FC236}">
                <a16:creationId xmlns:a16="http://schemas.microsoft.com/office/drawing/2014/main" id="{435D0DD4-8969-4267-A7A7-D67067F0644D}"/>
              </a:ext>
            </a:extLst>
          </p:cNvPr>
          <p:cNvPicPr>
            <a:picLocks noChangeAspect="1"/>
          </p:cNvPicPr>
          <p:nvPr/>
        </p:nvPicPr>
        <p:blipFill>
          <a:blip r:embed="rId6" cstate="screen">
            <a:lum bright="70000" contrast="-70000"/>
            <a:extLst>
              <a:ext uri="{BEBA8EAE-BF5A-486C-A8C5-ECC9F3942E4B}">
                <a14:imgProps xmlns:a14="http://schemas.microsoft.com/office/drawing/2010/main">
                  <a14:imgLayer r:embed="rId7">
                    <a14:imgEffect>
                      <a14:artisticPhotocopy/>
                    </a14:imgEffect>
                    <a14:imgEffect>
                      <a14:colorTemperature colorTemp="7673"/>
                    </a14:imgEffect>
                  </a14:imgLayer>
                </a14:imgProps>
              </a:ext>
              <a:ext uri="{28A0092B-C50C-407E-A947-70E740481C1C}">
                <a14:useLocalDpi xmlns:a14="http://schemas.microsoft.com/office/drawing/2010/main"/>
              </a:ext>
            </a:extLst>
          </a:blip>
          <a:stretch>
            <a:fillRect/>
          </a:stretch>
        </p:blipFill>
        <p:spPr>
          <a:xfrm>
            <a:off x="358775" y="4668427"/>
            <a:ext cx="1026000" cy="212400"/>
          </a:xfrm>
          <a:prstGeom prst="rect">
            <a:avLst/>
          </a:prstGeom>
        </p:spPr>
      </p:pic>
      <p:sp>
        <p:nvSpPr>
          <p:cNvPr id="5" name="Title 4">
            <a:extLst>
              <a:ext uri="{FF2B5EF4-FFF2-40B4-BE49-F238E27FC236}">
                <a16:creationId xmlns:a16="http://schemas.microsoft.com/office/drawing/2014/main" id="{52FF843F-AD20-47BD-943A-584A58A7557C}"/>
              </a:ext>
            </a:extLst>
          </p:cNvPr>
          <p:cNvSpPr>
            <a:spLocks noGrp="1"/>
          </p:cNvSpPr>
          <p:nvPr>
            <p:ph type="title"/>
          </p:nvPr>
        </p:nvSpPr>
        <p:spPr>
          <a:xfrm>
            <a:off x="410464" y="2266919"/>
            <a:ext cx="1710436" cy="609662"/>
          </a:xfrm>
        </p:spPr>
        <p:txBody>
          <a:bodyPr vert="horz" anchor="ctr"/>
          <a:lstStyle/>
          <a:p>
            <a:r>
              <a:rPr lang="en-US">
                <a:solidFill>
                  <a:schemeClr val="bg2"/>
                </a:solidFill>
              </a:rPr>
              <a:t>Background &amp; project description</a:t>
            </a:r>
          </a:p>
        </p:txBody>
      </p:sp>
      <p:sp>
        <p:nvSpPr>
          <p:cNvPr id="28" name="Slide Number Placeholder 4">
            <a:extLst>
              <a:ext uri="{FF2B5EF4-FFF2-40B4-BE49-F238E27FC236}">
                <a16:creationId xmlns:a16="http://schemas.microsoft.com/office/drawing/2014/main" id="{CD166C84-C5CC-4EC2-AEEB-1F0FAE7EA07E}"/>
              </a:ext>
            </a:extLst>
          </p:cNvPr>
          <p:cNvSpPr>
            <a:spLocks noGrp="1"/>
          </p:cNvSpPr>
          <p:nvPr>
            <p:ph type="sldNum" sz="quarter" idx="12"/>
          </p:nvPr>
        </p:nvSpPr>
        <p:spPr>
          <a:xfrm>
            <a:off x="8571600" y="4767263"/>
            <a:ext cx="216000" cy="273844"/>
          </a:xfrm>
        </p:spPr>
        <p:txBody>
          <a:bodyPr/>
          <a:lstStyle/>
          <a:p>
            <a:fld id="{7559FC98-AF75-4A00-A03C-DF9FEBF6BCB9}" type="slidenum">
              <a:rPr lang="en-US" smtClean="0"/>
              <a:t>2</a:t>
            </a:fld>
            <a:endParaRPr lang="en-US"/>
          </a:p>
        </p:txBody>
      </p:sp>
      <p:sp>
        <p:nvSpPr>
          <p:cNvPr id="29" name="Rectangle 28">
            <a:extLst>
              <a:ext uri="{FF2B5EF4-FFF2-40B4-BE49-F238E27FC236}">
                <a16:creationId xmlns:a16="http://schemas.microsoft.com/office/drawing/2014/main" id="{BDFD1606-72B7-45A6-BF27-CD2A465174B3}"/>
              </a:ext>
            </a:extLst>
          </p:cNvPr>
          <p:cNvSpPr/>
          <p:nvPr/>
        </p:nvSpPr>
        <p:spPr>
          <a:xfrm>
            <a:off x="3570514" y="755869"/>
            <a:ext cx="5217086" cy="3862596"/>
          </a:xfrm>
          <a:prstGeom prst="rect">
            <a:avLst/>
          </a:prstGeom>
        </p:spPr>
        <p:txBody>
          <a:bodyPr wrap="square">
            <a:spAutoFit/>
          </a:bodyPr>
          <a:lstStyle/>
          <a:p>
            <a:pPr>
              <a:spcAft>
                <a:spcPts val="300"/>
              </a:spcAft>
            </a:pPr>
            <a:r>
              <a:rPr lang="en-US" sz="1500" dirty="0"/>
              <a:t>Many apprentices and their parents have </a:t>
            </a:r>
            <a:r>
              <a:rPr lang="en-US" sz="1500" b="1" dirty="0">
                <a:solidFill>
                  <a:schemeClr val="accent1"/>
                </a:solidFill>
              </a:rPr>
              <a:t>legal questions regarding apprenticeships</a:t>
            </a:r>
            <a:r>
              <a:rPr lang="en-US" sz="1500" dirty="0"/>
              <a:t>, for instance: </a:t>
            </a:r>
          </a:p>
          <a:p>
            <a:pPr marL="742950" lvl="1" indent="-285750">
              <a:spcAft>
                <a:spcPts val="300"/>
              </a:spcAft>
              <a:buFont typeface="Arial" panose="020B0604020202020204" pitchFamily="34" charset="0"/>
              <a:buChar char="•"/>
            </a:pPr>
            <a:r>
              <a:rPr lang="en-US" sz="1500" dirty="0"/>
              <a:t>I am 16 years old. Can I work more than 9 hours daily? </a:t>
            </a:r>
          </a:p>
          <a:p>
            <a:pPr marL="742950" lvl="1" indent="-285750">
              <a:spcAft>
                <a:spcPts val="1200"/>
              </a:spcAft>
              <a:buFont typeface="Arial" panose="020B0604020202020204" pitchFamily="34" charset="0"/>
              <a:buChar char="•"/>
            </a:pPr>
            <a:r>
              <a:rPr lang="en-US" sz="1500" dirty="0"/>
              <a:t>Can my boss request that I work every Saturday? </a:t>
            </a:r>
          </a:p>
          <a:p>
            <a:pPr>
              <a:spcAft>
                <a:spcPts val="1200"/>
              </a:spcAft>
            </a:pPr>
            <a:r>
              <a:rPr lang="en-US" sz="1500" dirty="0"/>
              <a:t>To answer those questions, apprentices </a:t>
            </a:r>
            <a:r>
              <a:rPr lang="en-US" sz="1500" b="1" dirty="0">
                <a:solidFill>
                  <a:schemeClr val="accent1"/>
                </a:solidFill>
              </a:rPr>
              <a:t>reach out to their local secondary education and vocational training office </a:t>
            </a:r>
            <a:r>
              <a:rPr lang="en-US" sz="1500" dirty="0"/>
              <a:t>- typically via phone or email </a:t>
            </a:r>
          </a:p>
          <a:p>
            <a:pPr>
              <a:spcAft>
                <a:spcPts val="1200"/>
              </a:spcAft>
            </a:pPr>
            <a:r>
              <a:rPr lang="en-US" sz="1500" dirty="0"/>
              <a:t>We partnered up with the vocational training office in Bern to build </a:t>
            </a:r>
            <a:r>
              <a:rPr lang="en-US" sz="1500" b="1" dirty="0">
                <a:solidFill>
                  <a:schemeClr val="accent1"/>
                </a:solidFill>
              </a:rPr>
              <a:t>Eduatar, an intelligent chatbot </a:t>
            </a:r>
            <a:r>
              <a:rPr lang="en-US" sz="1500" dirty="0"/>
              <a:t>designed to assist users in finding information related to apprenticeships in Switzerland </a:t>
            </a:r>
          </a:p>
          <a:p>
            <a:pPr>
              <a:spcAft>
                <a:spcPts val="1200"/>
              </a:spcAft>
            </a:pPr>
            <a:r>
              <a:rPr lang="en-US" sz="1500" dirty="0"/>
              <a:t>By using LLMs, Eduatar aims to </a:t>
            </a:r>
            <a:r>
              <a:rPr lang="en-US" sz="1500" b="1" dirty="0">
                <a:solidFill>
                  <a:schemeClr val="accent1"/>
                </a:solidFill>
              </a:rPr>
              <a:t>simplify access to essential information and serve as a reliable resources </a:t>
            </a:r>
            <a:r>
              <a:rPr lang="en-US" sz="1500" dirty="0"/>
              <a:t>for apprentices and parents to navigate the Swiss vocational education system</a:t>
            </a:r>
          </a:p>
        </p:txBody>
      </p:sp>
      <p:cxnSp>
        <p:nvCxnSpPr>
          <p:cNvPr id="30" name="Straight Connector 29">
            <a:extLst>
              <a:ext uri="{FF2B5EF4-FFF2-40B4-BE49-F238E27FC236}">
                <a16:creationId xmlns:a16="http://schemas.microsoft.com/office/drawing/2014/main" id="{2C42A3F1-0D50-438E-ADDD-6C406A8FFE8D}"/>
              </a:ext>
            </a:extLst>
          </p:cNvPr>
          <p:cNvCxnSpPr>
            <a:cxnSpLocks/>
          </p:cNvCxnSpPr>
          <p:nvPr/>
        </p:nvCxnSpPr>
        <p:spPr>
          <a:xfrm>
            <a:off x="3485239" y="818356"/>
            <a:ext cx="0" cy="972344"/>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C6DA18D-2E40-4E61-8D1C-750073AE1B16}"/>
              </a:ext>
            </a:extLst>
          </p:cNvPr>
          <p:cNvCxnSpPr>
            <a:cxnSpLocks/>
          </p:cNvCxnSpPr>
          <p:nvPr/>
        </p:nvCxnSpPr>
        <p:spPr>
          <a:xfrm>
            <a:off x="3485239" y="1894653"/>
            <a:ext cx="0" cy="748303"/>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33D3CC-0449-4169-8758-94BB3E81C3E2}"/>
              </a:ext>
            </a:extLst>
          </p:cNvPr>
          <p:cNvCxnSpPr>
            <a:cxnSpLocks/>
          </p:cNvCxnSpPr>
          <p:nvPr/>
        </p:nvCxnSpPr>
        <p:spPr>
          <a:xfrm>
            <a:off x="3485239" y="2746909"/>
            <a:ext cx="0" cy="748303"/>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E83DCBA-0810-48B4-82DB-7C9500E8E5A3}"/>
              </a:ext>
            </a:extLst>
          </p:cNvPr>
          <p:cNvCxnSpPr>
            <a:cxnSpLocks/>
          </p:cNvCxnSpPr>
          <p:nvPr/>
        </p:nvCxnSpPr>
        <p:spPr>
          <a:xfrm>
            <a:off x="3485239" y="3599166"/>
            <a:ext cx="0" cy="928010"/>
          </a:xfrm>
          <a:prstGeom prst="line">
            <a:avLst/>
          </a:prstGeom>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985022AE-5FF7-4EA3-B9A9-34D83FFDAA58}"/>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678565" y="951085"/>
            <a:ext cx="706886" cy="706886"/>
          </a:xfrm>
          <a:prstGeom prst="rect">
            <a:avLst/>
          </a:prstGeom>
        </p:spPr>
      </p:pic>
      <p:pic>
        <p:nvPicPr>
          <p:cNvPr id="43" name="Picture 42">
            <a:extLst>
              <a:ext uri="{FF2B5EF4-FFF2-40B4-BE49-F238E27FC236}">
                <a16:creationId xmlns:a16="http://schemas.microsoft.com/office/drawing/2014/main" id="{7A193B23-1464-4EE8-A5AF-80529BEDF02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2754191" y="1976703"/>
            <a:ext cx="584204" cy="584204"/>
          </a:xfrm>
          <a:prstGeom prst="rect">
            <a:avLst/>
          </a:prstGeom>
        </p:spPr>
      </p:pic>
      <p:pic>
        <p:nvPicPr>
          <p:cNvPr id="45" name="Picture 44">
            <a:extLst>
              <a:ext uri="{FF2B5EF4-FFF2-40B4-BE49-F238E27FC236}">
                <a16:creationId xmlns:a16="http://schemas.microsoft.com/office/drawing/2014/main" id="{8C377A94-FD2F-4D96-B270-376AA16AD655}"/>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2647329" y="2746909"/>
            <a:ext cx="797926" cy="797926"/>
          </a:xfrm>
          <a:prstGeom prst="rect">
            <a:avLst/>
          </a:prstGeom>
        </p:spPr>
      </p:pic>
      <p:pic>
        <p:nvPicPr>
          <p:cNvPr id="47" name="Picture 46">
            <a:extLst>
              <a:ext uri="{FF2B5EF4-FFF2-40B4-BE49-F238E27FC236}">
                <a16:creationId xmlns:a16="http://schemas.microsoft.com/office/drawing/2014/main" id="{3713BFFF-775F-4BA8-BFAE-65265A85434F}"/>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2778905" y="3795783"/>
            <a:ext cx="534776" cy="534776"/>
          </a:xfrm>
          <a:prstGeom prst="rect">
            <a:avLst/>
          </a:prstGeom>
        </p:spPr>
      </p:pic>
      <p:sp>
        <p:nvSpPr>
          <p:cNvPr id="17" name="Freeform: Shape 16">
            <a:extLst>
              <a:ext uri="{FF2B5EF4-FFF2-40B4-BE49-F238E27FC236}">
                <a16:creationId xmlns:a16="http://schemas.microsoft.com/office/drawing/2014/main" id="{F234AC24-4ADC-46C4-B56F-49CD34A34783}"/>
              </a:ext>
            </a:extLst>
          </p:cNvPr>
          <p:cNvSpPr>
            <a:spLocks noChangeAspect="1"/>
          </p:cNvSpPr>
          <p:nvPr/>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lide Number Placeholder 9">
            <a:extLst>
              <a:ext uri="{FF2B5EF4-FFF2-40B4-BE49-F238E27FC236}">
                <a16:creationId xmlns:a16="http://schemas.microsoft.com/office/drawing/2014/main" id="{7BA0B129-F802-40C8-B151-AD3723CEC0E4}"/>
              </a:ext>
            </a:extLst>
          </p:cNvPr>
          <p:cNvSpPr txBox="1">
            <a:spLocks/>
          </p:cNvSpPr>
          <p:nvPr/>
        </p:nvSpPr>
        <p:spPr>
          <a:xfrm>
            <a:off x="8570473" y="4767263"/>
            <a:ext cx="214752" cy="273844"/>
          </a:xfrm>
          <a:prstGeom prst="rect">
            <a:avLst/>
          </a:prstGeom>
        </p:spPr>
        <p:txBody>
          <a:bodyPr vert="horz" lIns="0" tIns="0" rIns="0" bIns="0" rtlCol="0" anchor="t"/>
          <a:lstStyle>
            <a:defPPr>
              <a:defRPr lang="de-DE"/>
            </a:defPPr>
            <a:lvl1pPr marL="0" algn="ctr" defTabSz="685800" rtl="0" eaLnBrk="1" latinLnBrk="0" hangingPunct="1">
              <a:defRPr sz="800" kern="1200" spc="-30" baseline="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7559FC98-AF75-4A00-A03C-DF9FEBF6BCB9}" type="slidenum">
              <a:rPr lang="en-US" smtClean="0"/>
              <a:pPr/>
              <a:t>2</a:t>
            </a:fld>
            <a:endParaRPr lang="en-US"/>
          </a:p>
        </p:txBody>
      </p:sp>
      <p:sp>
        <p:nvSpPr>
          <p:cNvPr id="20" name="Rectangle 19" descr="{&quot;templafy&quot;:{&quot;id&quot;:&quot;ab6b267f-2d54-464e-9ae8-0c683c12b29d&quot;}}">
            <a:extLst>
              <a:ext uri="{FF2B5EF4-FFF2-40B4-BE49-F238E27FC236}">
                <a16:creationId xmlns:a16="http://schemas.microsoft.com/office/drawing/2014/main" id="{6C32A503-1F7B-4A39-9B78-9E6B3C887F47}"/>
              </a:ext>
            </a:extLst>
          </p:cNvPr>
          <p:cNvSpPr/>
          <p:nvPr/>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800">
                <a:solidFill>
                  <a:schemeClr val="tx1"/>
                </a:solidFill>
              </a:rPr>
              <a:t>23 May 2023</a:t>
            </a:r>
          </a:p>
        </p:txBody>
      </p:sp>
    </p:spTree>
    <p:extLst>
      <p:ext uri="{BB962C8B-B14F-4D97-AF65-F5344CB8AC3E}">
        <p14:creationId xmlns:p14="http://schemas.microsoft.com/office/powerpoint/2010/main" val="3108926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F797E0CC-C677-4D5D-BDDE-9EE15D1CCACE}"/>
              </a:ext>
            </a:extLst>
          </p:cNvPr>
          <p:cNvSpPr/>
          <p:nvPr/>
        </p:nvSpPr>
        <p:spPr>
          <a:xfrm>
            <a:off x="2426940" y="0"/>
            <a:ext cx="6717059" cy="5143500"/>
          </a:xfrm>
          <a:prstGeom prst="rect">
            <a:avLst/>
          </a:prstGeom>
          <a:solidFill>
            <a:srgbClr val="F5F5F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hink-cell data - do not delete" hidden="1">
            <a:extLst>
              <a:ext uri="{FF2B5EF4-FFF2-40B4-BE49-F238E27FC236}">
                <a16:creationId xmlns:a16="http://schemas.microsoft.com/office/drawing/2014/main" id="{849E72DF-3FDF-4AF3-8A96-57A8F2F4C337}"/>
              </a:ext>
            </a:extLst>
          </p:cNvPr>
          <p:cNvGraphicFramePr>
            <a:graphicFrameLocks noChangeAspect="1"/>
          </p:cNvGraphicFramePr>
          <p:nvPr>
            <p:custDataLst>
              <p:tags r:id="rId1"/>
            </p:custDataLst>
            <p:extLst>
              <p:ext uri="{D42A27DB-BD31-4B8C-83A1-F6EECF244321}">
                <p14:modId xmlns:p14="http://schemas.microsoft.com/office/powerpoint/2010/main" val="5211946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7" name="think-cell data - do not delete" hidden="1">
                        <a:extLst>
                          <a:ext uri="{FF2B5EF4-FFF2-40B4-BE49-F238E27FC236}">
                            <a16:creationId xmlns:a16="http://schemas.microsoft.com/office/drawing/2014/main" id="{849E72DF-3FDF-4AF3-8A96-57A8F2F4C33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4" name="Group 3">
            <a:extLst>
              <a:ext uri="{FF2B5EF4-FFF2-40B4-BE49-F238E27FC236}">
                <a16:creationId xmlns:a16="http://schemas.microsoft.com/office/drawing/2014/main" id="{74DD2F2F-8EE8-479D-A216-DC7BF67C4B7B}"/>
              </a:ext>
            </a:extLst>
          </p:cNvPr>
          <p:cNvGrpSpPr/>
          <p:nvPr/>
        </p:nvGrpSpPr>
        <p:grpSpPr>
          <a:xfrm>
            <a:off x="0" y="0"/>
            <a:ext cx="2426941" cy="5143500"/>
            <a:chOff x="0" y="0"/>
            <a:chExt cx="2426941" cy="5143500"/>
          </a:xfrm>
        </p:grpSpPr>
        <p:pic>
          <p:nvPicPr>
            <p:cNvPr id="5" name="Picture 4">
              <a:extLst>
                <a:ext uri="{FF2B5EF4-FFF2-40B4-BE49-F238E27FC236}">
                  <a16:creationId xmlns:a16="http://schemas.microsoft.com/office/drawing/2014/main" id="{D98DB157-7933-471C-B3CA-259F7ED0896D}"/>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0" y="0"/>
              <a:ext cx="2426941" cy="5143500"/>
            </a:xfrm>
            <a:prstGeom prst="rect">
              <a:avLst/>
            </a:prstGeom>
          </p:spPr>
        </p:pic>
        <p:sp>
          <p:nvSpPr>
            <p:cNvPr id="6" name="Rectangle 5">
              <a:extLst>
                <a:ext uri="{FF2B5EF4-FFF2-40B4-BE49-F238E27FC236}">
                  <a16:creationId xmlns:a16="http://schemas.microsoft.com/office/drawing/2014/main" id="{5B764B31-9B27-4CA1-A1D4-AA00341776BE}"/>
                </a:ext>
              </a:extLst>
            </p:cNvPr>
            <p:cNvSpPr/>
            <p:nvPr/>
          </p:nvSpPr>
          <p:spPr>
            <a:xfrm>
              <a:off x="0" y="0"/>
              <a:ext cx="2426941" cy="5143500"/>
            </a:xfrm>
            <a:prstGeom prst="rect">
              <a:avLst/>
            </a:prstGeom>
            <a:solidFill>
              <a:srgbClr val="00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sp>
        <p:nvSpPr>
          <p:cNvPr id="3" name="Slide Number Placeholder 2">
            <a:extLst>
              <a:ext uri="{FF2B5EF4-FFF2-40B4-BE49-F238E27FC236}">
                <a16:creationId xmlns:a16="http://schemas.microsoft.com/office/drawing/2014/main" id="{485B265C-7FBA-4B18-BC77-2A40CB3F9125}"/>
              </a:ext>
            </a:extLst>
          </p:cNvPr>
          <p:cNvSpPr>
            <a:spLocks noGrp="1"/>
          </p:cNvSpPr>
          <p:nvPr>
            <p:ph type="sldNum" sz="quarter" idx="12"/>
          </p:nvPr>
        </p:nvSpPr>
        <p:spPr/>
        <p:txBody>
          <a:bodyPr/>
          <a:lstStyle/>
          <a:p>
            <a:fld id="{7559FC98-AF75-4A00-A03C-DF9FEBF6BCB9}" type="slidenum">
              <a:rPr lang="en-GB" smtClean="0"/>
              <a:t>3</a:t>
            </a:fld>
            <a:endParaRPr lang="en-GB"/>
          </a:p>
        </p:txBody>
      </p:sp>
      <p:sp>
        <p:nvSpPr>
          <p:cNvPr id="2" name="Title 1">
            <a:extLst>
              <a:ext uri="{FF2B5EF4-FFF2-40B4-BE49-F238E27FC236}">
                <a16:creationId xmlns:a16="http://schemas.microsoft.com/office/drawing/2014/main" id="{DD661926-1196-4D76-8F4A-C978DFAA1933}"/>
              </a:ext>
            </a:extLst>
          </p:cNvPr>
          <p:cNvSpPr>
            <a:spLocks noGrp="1"/>
          </p:cNvSpPr>
          <p:nvPr>
            <p:ph type="title"/>
          </p:nvPr>
        </p:nvSpPr>
        <p:spPr>
          <a:xfrm>
            <a:off x="358775" y="2266919"/>
            <a:ext cx="1868648" cy="609662"/>
          </a:xfrm>
        </p:spPr>
        <p:txBody>
          <a:bodyPr vert="horz"/>
          <a:lstStyle/>
          <a:p>
            <a:r>
              <a:rPr lang="de-CH">
                <a:solidFill>
                  <a:schemeClr val="bg1"/>
                </a:solidFill>
              </a:rPr>
              <a:t>Project Approach</a:t>
            </a:r>
            <a:endParaRPr lang="en-US">
              <a:solidFill>
                <a:schemeClr val="bg1"/>
              </a:solidFill>
            </a:endParaRPr>
          </a:p>
        </p:txBody>
      </p:sp>
      <p:sp>
        <p:nvSpPr>
          <p:cNvPr id="32" name="Rectangle 31">
            <a:extLst>
              <a:ext uri="{FF2B5EF4-FFF2-40B4-BE49-F238E27FC236}">
                <a16:creationId xmlns:a16="http://schemas.microsoft.com/office/drawing/2014/main" id="{0B7939E9-DB98-416D-A6B3-97C510756E4C}"/>
              </a:ext>
            </a:extLst>
          </p:cNvPr>
          <p:cNvSpPr/>
          <p:nvPr/>
        </p:nvSpPr>
        <p:spPr>
          <a:xfrm>
            <a:off x="4880236" y="3141518"/>
            <a:ext cx="1855042" cy="261257"/>
          </a:xfrm>
          <a:prstGeom prst="rect">
            <a:avLst/>
          </a:prstGeom>
          <a:solidFill>
            <a:srgbClr val="D9D9D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i="1">
                <a:solidFill>
                  <a:schemeClr val="tx1"/>
                </a:solidFill>
              </a:rPr>
              <a:t>BERT</a:t>
            </a:r>
            <a:endParaRPr lang="en-US" i="1">
              <a:solidFill>
                <a:schemeClr val="tx1"/>
              </a:solidFill>
            </a:endParaRPr>
          </a:p>
        </p:txBody>
      </p:sp>
      <p:sp>
        <p:nvSpPr>
          <p:cNvPr id="33" name="Rectangle 32">
            <a:extLst>
              <a:ext uri="{FF2B5EF4-FFF2-40B4-BE49-F238E27FC236}">
                <a16:creationId xmlns:a16="http://schemas.microsoft.com/office/drawing/2014/main" id="{7E058E49-6435-43E4-AC92-7F093D5F2F7B}"/>
              </a:ext>
            </a:extLst>
          </p:cNvPr>
          <p:cNvSpPr/>
          <p:nvPr/>
        </p:nvSpPr>
        <p:spPr>
          <a:xfrm>
            <a:off x="4880236" y="3533403"/>
            <a:ext cx="1855042" cy="261257"/>
          </a:xfrm>
          <a:prstGeom prst="rect">
            <a:avLst/>
          </a:prstGeom>
          <a:solidFill>
            <a:srgbClr val="D9D9D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i="1">
                <a:solidFill>
                  <a:schemeClr val="tx1"/>
                </a:solidFill>
              </a:rPr>
              <a:t>GPT3.5/4</a:t>
            </a:r>
            <a:endParaRPr lang="en-US" i="1">
              <a:solidFill>
                <a:schemeClr val="tx1"/>
              </a:solidFill>
            </a:endParaRPr>
          </a:p>
        </p:txBody>
      </p:sp>
      <p:sp>
        <p:nvSpPr>
          <p:cNvPr id="34" name="Rectangle 33">
            <a:extLst>
              <a:ext uri="{FF2B5EF4-FFF2-40B4-BE49-F238E27FC236}">
                <a16:creationId xmlns:a16="http://schemas.microsoft.com/office/drawing/2014/main" id="{BF11AFC8-1A5E-4CFE-AF59-2B01768F8A91}"/>
              </a:ext>
            </a:extLst>
          </p:cNvPr>
          <p:cNvSpPr/>
          <p:nvPr/>
        </p:nvSpPr>
        <p:spPr>
          <a:xfrm>
            <a:off x="4880236" y="3916139"/>
            <a:ext cx="1855042" cy="261257"/>
          </a:xfrm>
          <a:prstGeom prst="rect">
            <a:avLst/>
          </a:prstGeom>
          <a:solidFill>
            <a:srgbClr val="D9D9D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i="1">
                <a:solidFill>
                  <a:schemeClr val="tx1"/>
                </a:solidFill>
              </a:rPr>
              <a:t>Vicuna</a:t>
            </a:r>
            <a:endParaRPr lang="en-US" i="1">
              <a:solidFill>
                <a:schemeClr val="tx1"/>
              </a:solidFill>
            </a:endParaRPr>
          </a:p>
        </p:txBody>
      </p:sp>
      <p:sp>
        <p:nvSpPr>
          <p:cNvPr id="10" name="Rectangle 9">
            <a:extLst>
              <a:ext uri="{FF2B5EF4-FFF2-40B4-BE49-F238E27FC236}">
                <a16:creationId xmlns:a16="http://schemas.microsoft.com/office/drawing/2014/main" id="{799F71D2-9C49-2DD5-AA4C-7FF210F5C9F5}"/>
              </a:ext>
            </a:extLst>
          </p:cNvPr>
          <p:cNvSpPr/>
          <p:nvPr/>
        </p:nvSpPr>
        <p:spPr>
          <a:xfrm>
            <a:off x="2830287" y="3141516"/>
            <a:ext cx="1855042" cy="261257"/>
          </a:xfrm>
          <a:prstGeom prst="rect">
            <a:avLst/>
          </a:prstGeom>
          <a:solidFill>
            <a:srgbClr val="D9D9D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i="1">
                <a:solidFill>
                  <a:schemeClr val="tx1"/>
                </a:solidFill>
              </a:rPr>
              <a:t>Factsheets</a:t>
            </a:r>
            <a:endParaRPr lang="en-US" i="1">
              <a:solidFill>
                <a:schemeClr val="tx1"/>
              </a:solidFill>
            </a:endParaRPr>
          </a:p>
        </p:txBody>
      </p:sp>
      <p:sp>
        <p:nvSpPr>
          <p:cNvPr id="13" name="Rectangle 12">
            <a:extLst>
              <a:ext uri="{FF2B5EF4-FFF2-40B4-BE49-F238E27FC236}">
                <a16:creationId xmlns:a16="http://schemas.microsoft.com/office/drawing/2014/main" id="{FB4719C0-1DA0-3791-8781-86EF873394D8}"/>
              </a:ext>
            </a:extLst>
          </p:cNvPr>
          <p:cNvSpPr/>
          <p:nvPr/>
        </p:nvSpPr>
        <p:spPr>
          <a:xfrm>
            <a:off x="2830287" y="3529238"/>
            <a:ext cx="1855042" cy="261257"/>
          </a:xfrm>
          <a:prstGeom prst="rect">
            <a:avLst/>
          </a:prstGeom>
          <a:solidFill>
            <a:srgbClr val="D9D9D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i="1">
                <a:solidFill>
                  <a:schemeClr val="tx1"/>
                </a:solidFill>
              </a:rPr>
              <a:t>Partner Data</a:t>
            </a:r>
            <a:endParaRPr lang="en-US" i="1">
              <a:solidFill>
                <a:schemeClr val="tx1"/>
              </a:solidFill>
            </a:endParaRPr>
          </a:p>
        </p:txBody>
      </p:sp>
      <p:sp>
        <p:nvSpPr>
          <p:cNvPr id="15" name="Rectangle 14">
            <a:extLst>
              <a:ext uri="{FF2B5EF4-FFF2-40B4-BE49-F238E27FC236}">
                <a16:creationId xmlns:a16="http://schemas.microsoft.com/office/drawing/2014/main" id="{BDF32ED4-6399-8B05-50AB-8E9AE0FD5D6F}"/>
              </a:ext>
            </a:extLst>
          </p:cNvPr>
          <p:cNvSpPr/>
          <p:nvPr/>
        </p:nvSpPr>
        <p:spPr>
          <a:xfrm>
            <a:off x="6930183" y="3141517"/>
            <a:ext cx="1855042" cy="261257"/>
          </a:xfrm>
          <a:prstGeom prst="rect">
            <a:avLst/>
          </a:prstGeom>
          <a:solidFill>
            <a:srgbClr val="D9D9D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i="1">
                <a:solidFill>
                  <a:schemeClr val="tx1"/>
                </a:solidFill>
              </a:rPr>
              <a:t>Manual</a:t>
            </a:r>
            <a:endParaRPr lang="en-US" i="1">
              <a:solidFill>
                <a:schemeClr val="tx1"/>
              </a:solidFill>
            </a:endParaRPr>
          </a:p>
        </p:txBody>
      </p:sp>
      <p:sp>
        <p:nvSpPr>
          <p:cNvPr id="16" name="Rectangle 15">
            <a:extLst>
              <a:ext uri="{FF2B5EF4-FFF2-40B4-BE49-F238E27FC236}">
                <a16:creationId xmlns:a16="http://schemas.microsoft.com/office/drawing/2014/main" id="{134D456A-567F-5D46-FFD5-07F7EA1E27E7}"/>
              </a:ext>
            </a:extLst>
          </p:cNvPr>
          <p:cNvSpPr/>
          <p:nvPr/>
        </p:nvSpPr>
        <p:spPr>
          <a:xfrm>
            <a:off x="6930182" y="3533403"/>
            <a:ext cx="1855042" cy="261257"/>
          </a:xfrm>
          <a:prstGeom prst="rect">
            <a:avLst/>
          </a:prstGeom>
          <a:solidFill>
            <a:srgbClr val="D9D9D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i="1">
                <a:solidFill>
                  <a:schemeClr val="tx1"/>
                </a:solidFill>
              </a:rPr>
              <a:t>GPT4 Evaluation</a:t>
            </a:r>
            <a:endParaRPr lang="en-US" i="1">
              <a:solidFill>
                <a:schemeClr val="tx1"/>
              </a:solidFill>
            </a:endParaRPr>
          </a:p>
        </p:txBody>
      </p:sp>
      <p:grpSp>
        <p:nvGrpSpPr>
          <p:cNvPr id="8" name="Group 7">
            <a:extLst>
              <a:ext uri="{FF2B5EF4-FFF2-40B4-BE49-F238E27FC236}">
                <a16:creationId xmlns:a16="http://schemas.microsoft.com/office/drawing/2014/main" id="{17F9146F-E56B-47A3-83A1-AE4ECEC4F109}"/>
              </a:ext>
            </a:extLst>
          </p:cNvPr>
          <p:cNvGrpSpPr/>
          <p:nvPr/>
        </p:nvGrpSpPr>
        <p:grpSpPr>
          <a:xfrm>
            <a:off x="3211611" y="1142708"/>
            <a:ext cx="1092395" cy="1092395"/>
            <a:chOff x="3211611" y="1142708"/>
            <a:chExt cx="1092395" cy="1092395"/>
          </a:xfrm>
        </p:grpSpPr>
        <p:sp>
          <p:nvSpPr>
            <p:cNvPr id="18" name="Oval 17">
              <a:extLst>
                <a:ext uri="{FF2B5EF4-FFF2-40B4-BE49-F238E27FC236}">
                  <a16:creationId xmlns:a16="http://schemas.microsoft.com/office/drawing/2014/main" id="{1D2DEA91-34CA-4008-ADD6-071423AADE58}"/>
                </a:ext>
              </a:extLst>
            </p:cNvPr>
            <p:cNvSpPr/>
            <p:nvPr/>
          </p:nvSpPr>
          <p:spPr>
            <a:xfrm>
              <a:off x="3211611" y="1142708"/>
              <a:ext cx="1092395" cy="1092395"/>
            </a:xfrm>
            <a:prstGeom prst="ellipse">
              <a:avLst/>
            </a:prstGeom>
            <a:solidFill>
              <a:schemeClr val="bg2"/>
            </a:solidFill>
            <a:ln w="28575" cap="flat" cmpd="sng" algn="ctr">
              <a:solidFill>
                <a:schemeClr val="accent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A3EA70B7-46D0-4052-9383-23D9B085921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452911" y="1384008"/>
              <a:ext cx="609795" cy="609795"/>
            </a:xfrm>
            <a:prstGeom prst="rect">
              <a:avLst/>
            </a:prstGeom>
          </p:spPr>
        </p:pic>
      </p:grpSp>
      <p:sp>
        <p:nvSpPr>
          <p:cNvPr id="19" name="Rectangle 18">
            <a:extLst>
              <a:ext uri="{FF2B5EF4-FFF2-40B4-BE49-F238E27FC236}">
                <a16:creationId xmlns:a16="http://schemas.microsoft.com/office/drawing/2014/main" id="{DC1C8B0E-271B-4DAD-9F8B-2D2FF65658F2}"/>
              </a:ext>
            </a:extLst>
          </p:cNvPr>
          <p:cNvSpPr/>
          <p:nvPr/>
        </p:nvSpPr>
        <p:spPr>
          <a:xfrm>
            <a:off x="2830287" y="2398650"/>
            <a:ext cx="1855042" cy="509748"/>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de-CH" sz="1400" b="1">
                <a:solidFill>
                  <a:schemeClr val="accent1"/>
                </a:solidFill>
              </a:rPr>
              <a:t>Generate dataset </a:t>
            </a:r>
            <a:br>
              <a:rPr lang="de-CH" sz="1400" b="1">
                <a:solidFill>
                  <a:schemeClr val="accent1"/>
                </a:solidFill>
              </a:rPr>
            </a:br>
            <a:r>
              <a:rPr lang="de-CH" sz="1400" b="1">
                <a:solidFill>
                  <a:schemeClr val="accent1"/>
                </a:solidFill>
              </a:rPr>
              <a:t>of Q&amp;A pairs</a:t>
            </a:r>
            <a:endParaRPr lang="en-US" sz="1400" b="1">
              <a:solidFill>
                <a:schemeClr val="accent1"/>
              </a:solidFill>
            </a:endParaRPr>
          </a:p>
          <a:p>
            <a:pPr algn="ctr"/>
            <a:endParaRPr lang="en-US">
              <a:solidFill>
                <a:schemeClr val="accent1"/>
              </a:solidFill>
            </a:endParaRPr>
          </a:p>
        </p:txBody>
      </p:sp>
      <p:sp>
        <p:nvSpPr>
          <p:cNvPr id="35" name="Rectangle 34">
            <a:extLst>
              <a:ext uri="{FF2B5EF4-FFF2-40B4-BE49-F238E27FC236}">
                <a16:creationId xmlns:a16="http://schemas.microsoft.com/office/drawing/2014/main" id="{0705866D-7883-4FC7-BAC8-4AC0C082C129}"/>
              </a:ext>
            </a:extLst>
          </p:cNvPr>
          <p:cNvSpPr/>
          <p:nvPr/>
        </p:nvSpPr>
        <p:spPr>
          <a:xfrm>
            <a:off x="4880235" y="2398650"/>
            <a:ext cx="1855042" cy="509748"/>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de-CH" sz="1400" b="1">
                <a:solidFill>
                  <a:schemeClr val="accent1"/>
                </a:solidFill>
              </a:rPr>
              <a:t>Set up pipeline &amp; fine-tune</a:t>
            </a:r>
            <a:endParaRPr lang="en-US" sz="1400" b="1">
              <a:solidFill>
                <a:schemeClr val="accent1"/>
              </a:solidFill>
            </a:endParaRPr>
          </a:p>
          <a:p>
            <a:pPr algn="ctr"/>
            <a:endParaRPr lang="en-US">
              <a:solidFill>
                <a:schemeClr val="accent1"/>
              </a:solidFill>
            </a:endParaRPr>
          </a:p>
        </p:txBody>
      </p:sp>
      <p:sp>
        <p:nvSpPr>
          <p:cNvPr id="36" name="Rectangle 35">
            <a:extLst>
              <a:ext uri="{FF2B5EF4-FFF2-40B4-BE49-F238E27FC236}">
                <a16:creationId xmlns:a16="http://schemas.microsoft.com/office/drawing/2014/main" id="{D0F0164B-6B7B-472E-AFED-AF1D8F38F884}"/>
              </a:ext>
            </a:extLst>
          </p:cNvPr>
          <p:cNvSpPr/>
          <p:nvPr/>
        </p:nvSpPr>
        <p:spPr>
          <a:xfrm>
            <a:off x="6930183" y="2398650"/>
            <a:ext cx="1855042" cy="509748"/>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400" b="1">
                <a:solidFill>
                  <a:schemeClr val="accent1"/>
                </a:solidFill>
              </a:rPr>
              <a:t>Evaluation of models &amp; pipelines</a:t>
            </a:r>
          </a:p>
          <a:p>
            <a:pPr algn="ctr"/>
            <a:endParaRPr lang="en-US">
              <a:solidFill>
                <a:schemeClr val="accent1"/>
              </a:solidFill>
            </a:endParaRPr>
          </a:p>
        </p:txBody>
      </p:sp>
      <p:grpSp>
        <p:nvGrpSpPr>
          <p:cNvPr id="14" name="Group 13">
            <a:extLst>
              <a:ext uri="{FF2B5EF4-FFF2-40B4-BE49-F238E27FC236}">
                <a16:creationId xmlns:a16="http://schemas.microsoft.com/office/drawing/2014/main" id="{483C4770-7292-41FA-A73B-FD01C91EAC21}"/>
              </a:ext>
            </a:extLst>
          </p:cNvPr>
          <p:cNvGrpSpPr/>
          <p:nvPr/>
        </p:nvGrpSpPr>
        <p:grpSpPr>
          <a:xfrm>
            <a:off x="7311506" y="1142708"/>
            <a:ext cx="1092395" cy="1092395"/>
            <a:chOff x="7311506" y="1142708"/>
            <a:chExt cx="1092395" cy="1092395"/>
          </a:xfrm>
        </p:grpSpPr>
        <p:sp>
          <p:nvSpPr>
            <p:cNvPr id="38" name="Oval 37">
              <a:extLst>
                <a:ext uri="{FF2B5EF4-FFF2-40B4-BE49-F238E27FC236}">
                  <a16:creationId xmlns:a16="http://schemas.microsoft.com/office/drawing/2014/main" id="{690E663F-68F5-4C5C-8A05-300C9B98DF92}"/>
                </a:ext>
              </a:extLst>
            </p:cNvPr>
            <p:cNvSpPr/>
            <p:nvPr/>
          </p:nvSpPr>
          <p:spPr>
            <a:xfrm>
              <a:off x="7311506" y="1142708"/>
              <a:ext cx="1092395" cy="1092395"/>
            </a:xfrm>
            <a:prstGeom prst="ellipse">
              <a:avLst/>
            </a:prstGeom>
            <a:solidFill>
              <a:schemeClr val="bg2"/>
            </a:solidFill>
            <a:ln w="28575" cap="flat" cmpd="sng" algn="ctr">
              <a:solidFill>
                <a:schemeClr val="accent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75092555-9A14-4ABF-83BB-28B7D78B57D0}"/>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593807" y="1425009"/>
              <a:ext cx="527792" cy="527792"/>
            </a:xfrm>
            <a:prstGeom prst="rect">
              <a:avLst/>
            </a:prstGeom>
          </p:spPr>
        </p:pic>
      </p:grpSp>
      <p:grpSp>
        <p:nvGrpSpPr>
          <p:cNvPr id="12" name="Group 11">
            <a:extLst>
              <a:ext uri="{FF2B5EF4-FFF2-40B4-BE49-F238E27FC236}">
                <a16:creationId xmlns:a16="http://schemas.microsoft.com/office/drawing/2014/main" id="{FED83B02-80F1-4582-B834-73A01065D2F5}"/>
              </a:ext>
            </a:extLst>
          </p:cNvPr>
          <p:cNvGrpSpPr/>
          <p:nvPr/>
        </p:nvGrpSpPr>
        <p:grpSpPr>
          <a:xfrm>
            <a:off x="5261559" y="1142708"/>
            <a:ext cx="1092395" cy="1092395"/>
            <a:chOff x="5261559" y="1142708"/>
            <a:chExt cx="1092395" cy="1092395"/>
          </a:xfrm>
        </p:grpSpPr>
        <p:sp>
          <p:nvSpPr>
            <p:cNvPr id="37" name="Oval 36">
              <a:extLst>
                <a:ext uri="{FF2B5EF4-FFF2-40B4-BE49-F238E27FC236}">
                  <a16:creationId xmlns:a16="http://schemas.microsoft.com/office/drawing/2014/main" id="{CE9B284C-F302-4A7A-AD31-759ED49D54E3}"/>
                </a:ext>
              </a:extLst>
            </p:cNvPr>
            <p:cNvSpPr/>
            <p:nvPr/>
          </p:nvSpPr>
          <p:spPr>
            <a:xfrm>
              <a:off x="5261559" y="1142708"/>
              <a:ext cx="1092395" cy="1092395"/>
            </a:xfrm>
            <a:prstGeom prst="ellipse">
              <a:avLst/>
            </a:prstGeom>
            <a:solidFill>
              <a:schemeClr val="bg2"/>
            </a:solidFill>
            <a:ln w="28575" cap="flat" cmpd="sng" algn="ctr">
              <a:solidFill>
                <a:schemeClr val="accent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a:extLst>
                <a:ext uri="{FF2B5EF4-FFF2-40B4-BE49-F238E27FC236}">
                  <a16:creationId xmlns:a16="http://schemas.microsoft.com/office/drawing/2014/main" id="{4BD4D8AB-CE6B-4A68-8CC2-1B96261E2A74}"/>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5472696" y="1353846"/>
              <a:ext cx="670120" cy="670120"/>
            </a:xfrm>
            <a:prstGeom prst="rect">
              <a:avLst/>
            </a:prstGeom>
          </p:spPr>
        </p:pic>
      </p:grpSp>
      <p:sp>
        <p:nvSpPr>
          <p:cNvPr id="24" name="Isosceles Triangle 23">
            <a:extLst>
              <a:ext uri="{FF2B5EF4-FFF2-40B4-BE49-F238E27FC236}">
                <a16:creationId xmlns:a16="http://schemas.microsoft.com/office/drawing/2014/main" id="{F9EDC62D-C03E-421F-9BD1-7EBF6D130E8E}"/>
              </a:ext>
            </a:extLst>
          </p:cNvPr>
          <p:cNvSpPr/>
          <p:nvPr/>
        </p:nvSpPr>
        <p:spPr>
          <a:xfrm rot="5400000">
            <a:off x="4369039" y="1609736"/>
            <a:ext cx="827486" cy="158341"/>
          </a:xfrm>
          <a:prstGeom prst="triangle">
            <a:avLst/>
          </a:prstGeom>
          <a:solidFill>
            <a:srgbClr val="D9D9D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Isosceles Triangle 38">
            <a:extLst>
              <a:ext uri="{FF2B5EF4-FFF2-40B4-BE49-F238E27FC236}">
                <a16:creationId xmlns:a16="http://schemas.microsoft.com/office/drawing/2014/main" id="{B4D34AE9-4D0E-4FC4-9FE6-A1714156237E}"/>
              </a:ext>
            </a:extLst>
          </p:cNvPr>
          <p:cNvSpPr/>
          <p:nvPr/>
        </p:nvSpPr>
        <p:spPr>
          <a:xfrm rot="5400000">
            <a:off x="6418987" y="1609737"/>
            <a:ext cx="827486" cy="158341"/>
          </a:xfrm>
          <a:prstGeom prst="triangle">
            <a:avLst/>
          </a:prstGeom>
          <a:solidFill>
            <a:srgbClr val="D9D9D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8B5712EE-A38F-45C9-9F95-85B937D242F5}"/>
              </a:ext>
            </a:extLst>
          </p:cNvPr>
          <p:cNvCxnSpPr/>
          <p:nvPr/>
        </p:nvCxnSpPr>
        <p:spPr>
          <a:xfrm>
            <a:off x="2830287" y="2980968"/>
            <a:ext cx="185504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2BB767C-7F08-4ABA-8A3F-617F9DEBDE4F}"/>
              </a:ext>
            </a:extLst>
          </p:cNvPr>
          <p:cNvCxnSpPr/>
          <p:nvPr/>
        </p:nvCxnSpPr>
        <p:spPr>
          <a:xfrm>
            <a:off x="4880235" y="2980968"/>
            <a:ext cx="185504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3D00E77-5D74-4F56-A4BB-4BBE3D6C50D6}"/>
              </a:ext>
            </a:extLst>
          </p:cNvPr>
          <p:cNvCxnSpPr/>
          <p:nvPr/>
        </p:nvCxnSpPr>
        <p:spPr>
          <a:xfrm>
            <a:off x="6930183" y="2980968"/>
            <a:ext cx="1855042" cy="0"/>
          </a:xfrm>
          <a:prstGeom prst="line">
            <a:avLst/>
          </a:prstGeom>
        </p:spPr>
        <p:style>
          <a:lnRef idx="1">
            <a:schemeClr val="accent1"/>
          </a:lnRef>
          <a:fillRef idx="0">
            <a:schemeClr val="accent1"/>
          </a:fillRef>
          <a:effectRef idx="0">
            <a:schemeClr val="accent1"/>
          </a:effectRef>
          <a:fontRef idx="minor">
            <a:schemeClr val="tx1"/>
          </a:fontRef>
        </p:style>
      </p:cxnSp>
      <p:pic>
        <p:nvPicPr>
          <p:cNvPr id="42" name="Rectangle 9" descr="{&quot;templafy&quot;:{&quot;id&quot;:&quot;ecae834d-0ceb-4a6f-9f4a-41591a350c5c&quot;}}">
            <a:extLst>
              <a:ext uri="{FF2B5EF4-FFF2-40B4-BE49-F238E27FC236}">
                <a16:creationId xmlns:a16="http://schemas.microsoft.com/office/drawing/2014/main" id="{F6ACC029-0F48-40EE-A5F3-5B7D4A15FE81}"/>
              </a:ext>
            </a:extLst>
          </p:cNvPr>
          <p:cNvPicPr>
            <a:picLocks noChangeAspect="1"/>
          </p:cNvPicPr>
          <p:nvPr/>
        </p:nvPicPr>
        <p:blipFill>
          <a:blip r:embed="rId9" cstate="screen">
            <a:lum bright="70000" contrast="-70000"/>
            <a:extLst>
              <a:ext uri="{BEBA8EAE-BF5A-486C-A8C5-ECC9F3942E4B}">
                <a14:imgProps xmlns:a14="http://schemas.microsoft.com/office/drawing/2010/main">
                  <a14:imgLayer r:embed="rId10">
                    <a14:imgEffect>
                      <a14:artisticPhotocopy/>
                    </a14:imgEffect>
                    <a14:imgEffect>
                      <a14:colorTemperature colorTemp="7673"/>
                    </a14:imgEffect>
                  </a14:imgLayer>
                </a14:imgProps>
              </a:ext>
              <a:ext uri="{28A0092B-C50C-407E-A947-70E740481C1C}">
                <a14:useLocalDpi xmlns:a14="http://schemas.microsoft.com/office/drawing/2010/main"/>
              </a:ext>
            </a:extLst>
          </a:blip>
          <a:stretch>
            <a:fillRect/>
          </a:stretch>
        </p:blipFill>
        <p:spPr>
          <a:xfrm>
            <a:off x="358775" y="4668427"/>
            <a:ext cx="1026000" cy="212400"/>
          </a:xfrm>
          <a:prstGeom prst="rect">
            <a:avLst/>
          </a:prstGeom>
        </p:spPr>
      </p:pic>
      <p:sp>
        <p:nvSpPr>
          <p:cNvPr id="43" name="Freeform: Shape 42">
            <a:extLst>
              <a:ext uri="{FF2B5EF4-FFF2-40B4-BE49-F238E27FC236}">
                <a16:creationId xmlns:a16="http://schemas.microsoft.com/office/drawing/2014/main" id="{54743380-E1D6-49A6-A865-B0E3DFD92D3C}"/>
              </a:ext>
            </a:extLst>
          </p:cNvPr>
          <p:cNvSpPr>
            <a:spLocks noChangeAspect="1"/>
          </p:cNvSpPr>
          <p:nvPr/>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9">
            <a:extLst>
              <a:ext uri="{FF2B5EF4-FFF2-40B4-BE49-F238E27FC236}">
                <a16:creationId xmlns:a16="http://schemas.microsoft.com/office/drawing/2014/main" id="{C59360B1-3A7E-46D0-8BB2-8C1894302D92}"/>
              </a:ext>
            </a:extLst>
          </p:cNvPr>
          <p:cNvSpPr txBox="1">
            <a:spLocks/>
          </p:cNvSpPr>
          <p:nvPr/>
        </p:nvSpPr>
        <p:spPr>
          <a:xfrm>
            <a:off x="8570473" y="4767263"/>
            <a:ext cx="214752" cy="273844"/>
          </a:xfrm>
          <a:prstGeom prst="rect">
            <a:avLst/>
          </a:prstGeom>
        </p:spPr>
        <p:txBody>
          <a:bodyPr vert="horz" lIns="0" tIns="0" rIns="0" bIns="0" rtlCol="0" anchor="t"/>
          <a:lstStyle>
            <a:defPPr>
              <a:defRPr lang="de-DE"/>
            </a:defPPr>
            <a:lvl1pPr marL="0" algn="ctr" defTabSz="685800" rtl="0" eaLnBrk="1" latinLnBrk="0" hangingPunct="1">
              <a:defRPr sz="800" kern="1200" spc="-30" baseline="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7559FC98-AF75-4A00-A03C-DF9FEBF6BCB9}" type="slidenum">
              <a:rPr lang="en-US" smtClean="0"/>
              <a:pPr/>
              <a:t>3</a:t>
            </a:fld>
            <a:endParaRPr lang="en-US"/>
          </a:p>
        </p:txBody>
      </p:sp>
      <p:sp>
        <p:nvSpPr>
          <p:cNvPr id="45" name="Rectangle 44" descr="{&quot;templafy&quot;:{&quot;id&quot;:&quot;ab6b267f-2d54-464e-9ae8-0c683c12b29d&quot;}}">
            <a:extLst>
              <a:ext uri="{FF2B5EF4-FFF2-40B4-BE49-F238E27FC236}">
                <a16:creationId xmlns:a16="http://schemas.microsoft.com/office/drawing/2014/main" id="{A2D6F3B2-CE27-4C9C-9244-FB80E0BC9364}"/>
              </a:ext>
            </a:extLst>
          </p:cNvPr>
          <p:cNvSpPr/>
          <p:nvPr/>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800">
                <a:solidFill>
                  <a:schemeClr val="tx1"/>
                </a:solidFill>
              </a:rPr>
              <a:t>23 May 2023</a:t>
            </a:r>
          </a:p>
        </p:txBody>
      </p:sp>
    </p:spTree>
    <p:extLst>
      <p:ext uri="{BB962C8B-B14F-4D97-AF65-F5344CB8AC3E}">
        <p14:creationId xmlns:p14="http://schemas.microsoft.com/office/powerpoint/2010/main" val="126813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10" grpId="0" animBg="1"/>
      <p:bldP spid="13" grpId="0" animBg="1"/>
      <p:bldP spid="15" grpId="0" animBg="1"/>
      <p:bldP spid="16" grpId="0" animBg="1"/>
      <p:bldP spid="19" grpId="0"/>
      <p:bldP spid="35" grpId="0"/>
      <p:bldP spid="36" grpId="0"/>
      <p:bldP spid="24" grpId="0" animBg="1"/>
      <p:bldP spid="3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D0F5D1C0-9D15-4852-B087-E05240B2FD20}"/>
              </a:ext>
            </a:extLst>
          </p:cNvPr>
          <p:cNvGraphicFramePr>
            <a:graphicFrameLocks noChangeAspect="1"/>
          </p:cNvGraphicFramePr>
          <p:nvPr>
            <p:custDataLst>
              <p:tags r:id="rId1"/>
            </p:custDataLst>
            <p:extLst>
              <p:ext uri="{D42A27DB-BD31-4B8C-83A1-F6EECF244321}">
                <p14:modId xmlns:p14="http://schemas.microsoft.com/office/powerpoint/2010/main" val="39033244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5" name="think-cell data - do not delete" hidden="1">
                        <a:extLst>
                          <a:ext uri="{FF2B5EF4-FFF2-40B4-BE49-F238E27FC236}">
                            <a16:creationId xmlns:a16="http://schemas.microsoft.com/office/drawing/2014/main" id="{D0F5D1C0-9D15-4852-B087-E05240B2FD2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1" name="Rectangle 30">
            <a:extLst>
              <a:ext uri="{FF2B5EF4-FFF2-40B4-BE49-F238E27FC236}">
                <a16:creationId xmlns:a16="http://schemas.microsoft.com/office/drawing/2014/main" id="{380B01AB-7419-4D4E-A2E6-E23AB43D9864}"/>
              </a:ext>
            </a:extLst>
          </p:cNvPr>
          <p:cNvSpPr/>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735C7203-798B-49B5-9A38-E0319C9EB906}"/>
              </a:ext>
            </a:extLst>
          </p:cNvPr>
          <p:cNvSpPr/>
          <p:nvPr/>
        </p:nvSpPr>
        <p:spPr>
          <a:xfrm>
            <a:off x="-2490" y="0"/>
            <a:ext cx="6584265" cy="5143500"/>
          </a:xfrm>
          <a:prstGeom prst="rect">
            <a:avLst/>
          </a:prstGeom>
          <a:solidFill>
            <a:srgbClr val="F5F5F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37829C-D400-4885-BEB7-E3F6589919DC}"/>
              </a:ext>
            </a:extLst>
          </p:cNvPr>
          <p:cNvSpPr>
            <a:spLocks noGrp="1"/>
          </p:cNvSpPr>
          <p:nvPr>
            <p:ph type="title"/>
          </p:nvPr>
        </p:nvSpPr>
        <p:spPr>
          <a:xfrm>
            <a:off x="358775" y="376238"/>
            <a:ext cx="5800725" cy="609662"/>
          </a:xfrm>
        </p:spPr>
        <p:txBody>
          <a:bodyPr vert="horz"/>
          <a:lstStyle/>
          <a:p>
            <a:r>
              <a:rPr lang="de-CH" b="1">
                <a:solidFill>
                  <a:schemeClr val="accent1"/>
                </a:solidFill>
              </a:rPr>
              <a:t>Project approach | </a:t>
            </a:r>
            <a:r>
              <a:rPr lang="de-CH"/>
              <a:t>Generate dataset of </a:t>
            </a:r>
            <a:br>
              <a:rPr lang="de-CH"/>
            </a:br>
            <a:r>
              <a:rPr lang="de-CH"/>
              <a:t>Q&amp;A pairs</a:t>
            </a:r>
            <a:br>
              <a:rPr lang="en-US"/>
            </a:br>
            <a:r>
              <a:rPr lang="de-CH"/>
              <a:t> </a:t>
            </a:r>
            <a:endParaRPr lang="en-US"/>
          </a:p>
        </p:txBody>
      </p:sp>
      <p:sp>
        <p:nvSpPr>
          <p:cNvPr id="13" name="Arrow: Pentagon 12">
            <a:extLst>
              <a:ext uri="{FF2B5EF4-FFF2-40B4-BE49-F238E27FC236}">
                <a16:creationId xmlns:a16="http://schemas.microsoft.com/office/drawing/2014/main" id="{312C015B-FB09-49CE-8DED-8996F95AC7CB}"/>
              </a:ext>
            </a:extLst>
          </p:cNvPr>
          <p:cNvSpPr/>
          <p:nvPr/>
        </p:nvSpPr>
        <p:spPr>
          <a:xfrm>
            <a:off x="358775" y="1422400"/>
            <a:ext cx="2025888" cy="478971"/>
          </a:xfrm>
          <a:prstGeom prst="homePlate">
            <a:avLst>
              <a:gd name="adj" fmla="val 19697"/>
            </a:avLst>
          </a:prstGeom>
          <a:solidFill>
            <a:schemeClr val="accent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CH" b="1"/>
              <a:t>Data collection</a:t>
            </a:r>
            <a:endParaRPr lang="en-US" b="1"/>
          </a:p>
        </p:txBody>
      </p:sp>
      <p:sp>
        <p:nvSpPr>
          <p:cNvPr id="15" name="Arrow: Chevron 14">
            <a:extLst>
              <a:ext uri="{FF2B5EF4-FFF2-40B4-BE49-F238E27FC236}">
                <a16:creationId xmlns:a16="http://schemas.microsoft.com/office/drawing/2014/main" id="{18C4ABE4-A6BB-4820-8F0F-C5F1469171BF}"/>
              </a:ext>
            </a:extLst>
          </p:cNvPr>
          <p:cNvSpPr/>
          <p:nvPr/>
        </p:nvSpPr>
        <p:spPr>
          <a:xfrm>
            <a:off x="2412038" y="1422400"/>
            <a:ext cx="2025888" cy="478971"/>
          </a:xfrm>
          <a:prstGeom prst="chevron">
            <a:avLst>
              <a:gd name="adj" fmla="val 19697"/>
            </a:avLst>
          </a:prstGeom>
          <a:solidFill>
            <a:schemeClr val="accent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CH" b="1"/>
              <a:t>Preparation of input to ChatGPT</a:t>
            </a:r>
            <a:endParaRPr lang="en-US" b="1"/>
          </a:p>
        </p:txBody>
      </p:sp>
      <p:sp>
        <p:nvSpPr>
          <p:cNvPr id="16" name="Arrow: Chevron 15">
            <a:extLst>
              <a:ext uri="{FF2B5EF4-FFF2-40B4-BE49-F238E27FC236}">
                <a16:creationId xmlns:a16="http://schemas.microsoft.com/office/drawing/2014/main" id="{349CC947-13F9-465A-8E4E-ACA9E5AE856D}"/>
              </a:ext>
            </a:extLst>
          </p:cNvPr>
          <p:cNvSpPr/>
          <p:nvPr/>
        </p:nvSpPr>
        <p:spPr>
          <a:xfrm>
            <a:off x="4465301" y="1422400"/>
            <a:ext cx="2025888" cy="478971"/>
          </a:xfrm>
          <a:prstGeom prst="chevron">
            <a:avLst>
              <a:gd name="adj" fmla="val 19697"/>
            </a:avLst>
          </a:prstGeom>
          <a:solidFill>
            <a:schemeClr val="accent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CH" b="1"/>
              <a:t>ChatGPT query &amp; Q&amp;A generation</a:t>
            </a:r>
            <a:endParaRPr lang="en-US" b="1"/>
          </a:p>
        </p:txBody>
      </p:sp>
      <p:sp>
        <p:nvSpPr>
          <p:cNvPr id="38" name="Rectangle 37">
            <a:extLst>
              <a:ext uri="{FF2B5EF4-FFF2-40B4-BE49-F238E27FC236}">
                <a16:creationId xmlns:a16="http://schemas.microsoft.com/office/drawing/2014/main" id="{5E05D66F-A373-4EB9-BA26-D3F49F48CA73}"/>
              </a:ext>
            </a:extLst>
          </p:cNvPr>
          <p:cNvSpPr/>
          <p:nvPr/>
        </p:nvSpPr>
        <p:spPr>
          <a:xfrm>
            <a:off x="6858000" y="777483"/>
            <a:ext cx="1927225" cy="416834"/>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r>
              <a:rPr lang="de-CH" sz="1400" b="1"/>
              <a:t>Reasons for building </a:t>
            </a:r>
            <a:br>
              <a:rPr lang="de-CH" sz="1400" b="1"/>
            </a:br>
            <a:r>
              <a:rPr lang="de-CH" sz="1400" b="1"/>
              <a:t>a Q&amp;A dataset</a:t>
            </a:r>
          </a:p>
          <a:p>
            <a:endParaRPr lang="de-CH" sz="1400"/>
          </a:p>
          <a:p>
            <a:endParaRPr lang="de-CH" sz="1600"/>
          </a:p>
          <a:p>
            <a:endParaRPr lang="en-US" sz="1600"/>
          </a:p>
        </p:txBody>
      </p:sp>
      <p:sp>
        <p:nvSpPr>
          <p:cNvPr id="39" name="Rectangle 38">
            <a:extLst>
              <a:ext uri="{FF2B5EF4-FFF2-40B4-BE49-F238E27FC236}">
                <a16:creationId xmlns:a16="http://schemas.microsoft.com/office/drawing/2014/main" id="{F21F9697-D3C0-4B50-9A8E-1E93A2419A30}"/>
              </a:ext>
            </a:extLst>
          </p:cNvPr>
          <p:cNvSpPr/>
          <p:nvPr/>
        </p:nvSpPr>
        <p:spPr>
          <a:xfrm>
            <a:off x="34952" y="-860499"/>
            <a:ext cx="1995193" cy="69907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solidFill>
                  <a:schemeClr val="tx1"/>
                </a:solidFill>
              </a:rPr>
              <a:t>SIDE NOTE: Our prompt does not work well if we do fine-tuning on LLaMa</a:t>
            </a:r>
          </a:p>
        </p:txBody>
      </p:sp>
      <p:cxnSp>
        <p:nvCxnSpPr>
          <p:cNvPr id="53" name="Straight Connector 52">
            <a:extLst>
              <a:ext uri="{FF2B5EF4-FFF2-40B4-BE49-F238E27FC236}">
                <a16:creationId xmlns:a16="http://schemas.microsoft.com/office/drawing/2014/main" id="{461A2C31-0798-46B8-A545-BE80C2B81957}"/>
              </a:ext>
            </a:extLst>
          </p:cNvPr>
          <p:cNvCxnSpPr/>
          <p:nvPr/>
        </p:nvCxnSpPr>
        <p:spPr>
          <a:xfrm>
            <a:off x="2309105" y="2046514"/>
            <a:ext cx="0" cy="2476954"/>
          </a:xfrm>
          <a:prstGeom prst="line">
            <a:avLst/>
          </a:prstGeom>
          <a:ln w="6350" cap="flat" cmpd="sng" algn="ctr">
            <a:solidFill>
              <a:srgbClr val="BFBFBF"/>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59762B3-7EFC-49F8-8D76-A4BF86111540}"/>
              </a:ext>
            </a:extLst>
          </p:cNvPr>
          <p:cNvCxnSpPr/>
          <p:nvPr/>
        </p:nvCxnSpPr>
        <p:spPr>
          <a:xfrm>
            <a:off x="4393833" y="2046514"/>
            <a:ext cx="0" cy="2476954"/>
          </a:xfrm>
          <a:prstGeom prst="line">
            <a:avLst/>
          </a:prstGeom>
          <a:ln w="6350" cap="flat" cmpd="sng" algn="ctr">
            <a:solidFill>
              <a:srgbClr val="BFBFBF"/>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390EE460-0B3A-4DEF-84D2-01BEC88B47B9}"/>
              </a:ext>
            </a:extLst>
          </p:cNvPr>
          <p:cNvSpPr/>
          <p:nvPr/>
        </p:nvSpPr>
        <p:spPr>
          <a:xfrm>
            <a:off x="446424" y="2061030"/>
            <a:ext cx="1733550" cy="2418896"/>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19440" rIns="0" rtlCol="0" anchor="t"/>
          <a:lstStyle/>
          <a:p>
            <a:pPr>
              <a:spcAft>
                <a:spcPts val="600"/>
              </a:spcAft>
            </a:pPr>
            <a:r>
              <a:rPr lang="de-CH" sz="1300">
                <a:solidFill>
                  <a:schemeClr val="tx1"/>
                </a:solidFill>
              </a:rPr>
              <a:t>Overall, </a:t>
            </a:r>
            <a:r>
              <a:rPr lang="de-CH" sz="1300" err="1">
                <a:solidFill>
                  <a:schemeClr val="tx1"/>
                </a:solidFill>
              </a:rPr>
              <a:t>we</a:t>
            </a:r>
            <a:r>
              <a:rPr lang="de-CH" sz="1300">
                <a:solidFill>
                  <a:schemeClr val="tx1"/>
                </a:solidFill>
              </a:rPr>
              <a:t> used </a:t>
            </a:r>
            <a:br>
              <a:rPr lang="de-CH" sz="1300">
                <a:solidFill>
                  <a:schemeClr val="tx1"/>
                </a:solidFill>
              </a:rPr>
            </a:br>
            <a:r>
              <a:rPr lang="de-CH" sz="1300">
                <a:solidFill>
                  <a:schemeClr val="tx1"/>
                </a:solidFill>
              </a:rPr>
              <a:t>two primary sources:</a:t>
            </a:r>
          </a:p>
          <a:p>
            <a:pPr>
              <a:spcAft>
                <a:spcPts val="600"/>
              </a:spcAft>
            </a:pPr>
            <a:r>
              <a:rPr lang="de-CH" sz="1300" b="1">
                <a:solidFill>
                  <a:schemeClr val="tx1"/>
                </a:solidFill>
              </a:rPr>
              <a:t>1st source:</a:t>
            </a:r>
            <a:r>
              <a:rPr lang="de-CH" sz="1300">
                <a:solidFill>
                  <a:schemeClr val="tx1"/>
                </a:solidFill>
              </a:rPr>
              <a:t> Fact sheets &amp; legal docs manually downloaded from «Berufsbildung»</a:t>
            </a:r>
          </a:p>
          <a:p>
            <a:pPr>
              <a:spcAft>
                <a:spcPts val="600"/>
              </a:spcAft>
            </a:pPr>
            <a:r>
              <a:rPr lang="de-CH" sz="1300" b="1">
                <a:solidFill>
                  <a:schemeClr val="tx1"/>
                </a:solidFill>
              </a:rPr>
              <a:t>2nd source: </a:t>
            </a:r>
            <a:r>
              <a:rPr lang="de-CH" sz="1300">
                <a:solidFill>
                  <a:schemeClr val="tx1"/>
                </a:solidFill>
              </a:rPr>
              <a:t>Collection of previous Q&amp;As provided by our partner</a:t>
            </a:r>
            <a:endParaRPr lang="en-US" sz="1300">
              <a:solidFill>
                <a:schemeClr val="tx1"/>
              </a:solidFill>
            </a:endParaRPr>
          </a:p>
        </p:txBody>
      </p:sp>
      <p:sp>
        <p:nvSpPr>
          <p:cNvPr id="62" name="Rectangle 61">
            <a:extLst>
              <a:ext uri="{FF2B5EF4-FFF2-40B4-BE49-F238E27FC236}">
                <a16:creationId xmlns:a16="http://schemas.microsoft.com/office/drawing/2014/main" id="{D6ABCD8C-9F61-4A88-9A9C-6E20024FBF59}"/>
              </a:ext>
            </a:extLst>
          </p:cNvPr>
          <p:cNvSpPr/>
          <p:nvPr/>
        </p:nvSpPr>
        <p:spPr>
          <a:xfrm>
            <a:off x="2499687" y="2061030"/>
            <a:ext cx="1733550" cy="2418896"/>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19440" rIns="0" rtlCol="0" anchor="t"/>
          <a:lstStyle/>
          <a:p>
            <a:pPr>
              <a:spcAft>
                <a:spcPts val="600"/>
              </a:spcAft>
            </a:pPr>
            <a:r>
              <a:rPr lang="de-CH" sz="1300">
                <a:solidFill>
                  <a:schemeClr val="tx1"/>
                </a:solidFill>
              </a:rPr>
              <a:t>First, </a:t>
            </a:r>
            <a:r>
              <a:rPr lang="de-CH" sz="1300" err="1">
                <a:solidFill>
                  <a:schemeClr val="tx1"/>
                </a:solidFill>
              </a:rPr>
              <a:t>we</a:t>
            </a:r>
            <a:r>
              <a:rPr lang="de-CH" sz="1300">
                <a:solidFill>
                  <a:schemeClr val="tx1"/>
                </a:solidFill>
              </a:rPr>
              <a:t> extracted (relevant) paragraphs from our data</a:t>
            </a:r>
          </a:p>
          <a:p>
            <a:pPr>
              <a:spcAft>
                <a:spcPts val="600"/>
              </a:spcAft>
            </a:pPr>
            <a:r>
              <a:rPr lang="de-CH" sz="1300">
                <a:solidFill>
                  <a:schemeClr val="tx1"/>
                </a:solidFill>
              </a:rPr>
              <a:t>Then, </a:t>
            </a:r>
            <a:r>
              <a:rPr lang="de-CH" sz="1300" err="1">
                <a:solidFill>
                  <a:schemeClr val="tx1"/>
                </a:solidFill>
              </a:rPr>
              <a:t>we</a:t>
            </a:r>
            <a:r>
              <a:rPr lang="de-CH" sz="1300">
                <a:solidFill>
                  <a:schemeClr val="tx1"/>
                </a:solidFill>
              </a:rPr>
              <a:t> developed a prompt that did well in generating Q&amp;A pairs and appended to each paragraph</a:t>
            </a:r>
          </a:p>
          <a:p>
            <a:pPr>
              <a:spcAft>
                <a:spcPts val="600"/>
              </a:spcAft>
            </a:pPr>
            <a:endParaRPr lang="en-US" sz="1300">
              <a:solidFill>
                <a:schemeClr val="tx1"/>
              </a:solidFill>
            </a:endParaRPr>
          </a:p>
        </p:txBody>
      </p:sp>
      <p:sp>
        <p:nvSpPr>
          <p:cNvPr id="63" name="Rectangle 62">
            <a:extLst>
              <a:ext uri="{FF2B5EF4-FFF2-40B4-BE49-F238E27FC236}">
                <a16:creationId xmlns:a16="http://schemas.microsoft.com/office/drawing/2014/main" id="{ECDAE19A-A125-4688-A75E-D84E93414850}"/>
              </a:ext>
            </a:extLst>
          </p:cNvPr>
          <p:cNvSpPr/>
          <p:nvPr/>
        </p:nvSpPr>
        <p:spPr>
          <a:xfrm>
            <a:off x="4552950" y="2061030"/>
            <a:ext cx="1733550" cy="2418896"/>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19440" rIns="0" rtlCol="0" anchor="t"/>
          <a:lstStyle/>
          <a:p>
            <a:pPr>
              <a:spcAft>
                <a:spcPts val="600"/>
              </a:spcAft>
            </a:pPr>
            <a:r>
              <a:rPr lang="de-CH" sz="1300">
                <a:solidFill>
                  <a:schemeClr val="tx1"/>
                </a:solidFill>
              </a:rPr>
              <a:t>We queried all paragraphs / prompts in </a:t>
            </a:r>
            <a:r>
              <a:rPr lang="de-CH" sz="1300" err="1">
                <a:solidFill>
                  <a:schemeClr val="tx1"/>
                </a:solidFill>
              </a:rPr>
              <a:t>ChatGPT</a:t>
            </a:r>
            <a:r>
              <a:rPr lang="de-CH" sz="1300">
                <a:solidFill>
                  <a:schemeClr val="tx1"/>
                </a:solidFill>
              </a:rPr>
              <a:t> Q&amp;A pairs and saved them in a separate </a:t>
            </a:r>
            <a:r>
              <a:rPr lang="de-CH" sz="1300" err="1">
                <a:solidFill>
                  <a:schemeClr val="tx1"/>
                </a:solidFill>
              </a:rPr>
              <a:t>file</a:t>
            </a:r>
            <a:endParaRPr lang="de-CH" sz="1300">
              <a:solidFill>
                <a:schemeClr val="tx1"/>
              </a:solidFill>
            </a:endParaRPr>
          </a:p>
          <a:p>
            <a:pPr>
              <a:spcAft>
                <a:spcPts val="600"/>
              </a:spcAft>
            </a:pPr>
            <a:r>
              <a:rPr lang="de-CH" sz="1300">
                <a:solidFill>
                  <a:schemeClr val="tx1"/>
                </a:solidFill>
              </a:rPr>
              <a:t>Overall, </a:t>
            </a:r>
            <a:r>
              <a:rPr lang="de-CH" sz="1300" err="1">
                <a:solidFill>
                  <a:schemeClr val="tx1"/>
                </a:solidFill>
              </a:rPr>
              <a:t>we</a:t>
            </a:r>
            <a:r>
              <a:rPr lang="de-CH" sz="1300">
                <a:solidFill>
                  <a:schemeClr val="tx1"/>
                </a:solidFill>
              </a:rPr>
              <a:t> </a:t>
            </a:r>
            <a:r>
              <a:rPr lang="de-CH" sz="1300" err="1">
                <a:solidFill>
                  <a:schemeClr val="tx1"/>
                </a:solidFill>
              </a:rPr>
              <a:t>created</a:t>
            </a:r>
            <a:r>
              <a:rPr lang="de-CH" sz="1300">
                <a:solidFill>
                  <a:schemeClr val="tx1"/>
                </a:solidFill>
              </a:rPr>
              <a:t> a </a:t>
            </a:r>
            <a:r>
              <a:rPr lang="de-CH" sz="1300" err="1">
                <a:solidFill>
                  <a:schemeClr val="tx1"/>
                </a:solidFill>
              </a:rPr>
              <a:t>dataset</a:t>
            </a:r>
            <a:r>
              <a:rPr lang="de-CH" sz="1300">
                <a:solidFill>
                  <a:schemeClr val="tx1"/>
                </a:solidFill>
              </a:rPr>
              <a:t> </a:t>
            </a:r>
            <a:r>
              <a:rPr lang="de-CH" sz="1300" err="1">
                <a:solidFill>
                  <a:schemeClr val="tx1"/>
                </a:solidFill>
              </a:rPr>
              <a:t>of</a:t>
            </a:r>
            <a:r>
              <a:rPr lang="de-CH" sz="1300">
                <a:solidFill>
                  <a:schemeClr val="tx1"/>
                </a:solidFill>
              </a:rPr>
              <a:t> ~500 Q&amp;A </a:t>
            </a:r>
            <a:r>
              <a:rPr lang="de-CH" sz="1300" err="1">
                <a:solidFill>
                  <a:schemeClr val="tx1"/>
                </a:solidFill>
              </a:rPr>
              <a:t>pairs</a:t>
            </a:r>
            <a:endParaRPr lang="de-CH" sz="1300">
              <a:solidFill>
                <a:schemeClr val="tx1"/>
              </a:solidFill>
            </a:endParaRPr>
          </a:p>
          <a:p>
            <a:pPr>
              <a:spcAft>
                <a:spcPts val="600"/>
              </a:spcAft>
            </a:pPr>
            <a:endParaRPr lang="de-CH" sz="1300">
              <a:solidFill>
                <a:schemeClr val="tx1"/>
              </a:solidFill>
            </a:endParaRPr>
          </a:p>
          <a:p>
            <a:pPr>
              <a:spcAft>
                <a:spcPts val="600"/>
              </a:spcAft>
            </a:pPr>
            <a:endParaRPr lang="en-US" sz="1300">
              <a:solidFill>
                <a:schemeClr val="tx1"/>
              </a:solidFill>
            </a:endParaRPr>
          </a:p>
        </p:txBody>
      </p:sp>
      <p:cxnSp>
        <p:nvCxnSpPr>
          <p:cNvPr id="69" name="Straight Connector 68">
            <a:extLst>
              <a:ext uri="{FF2B5EF4-FFF2-40B4-BE49-F238E27FC236}">
                <a16:creationId xmlns:a16="http://schemas.microsoft.com/office/drawing/2014/main" id="{BB499F4D-98CF-4072-81EA-CF6AEB426189}"/>
              </a:ext>
            </a:extLst>
          </p:cNvPr>
          <p:cNvCxnSpPr/>
          <p:nvPr/>
        </p:nvCxnSpPr>
        <p:spPr>
          <a:xfrm>
            <a:off x="6857999" y="1308617"/>
            <a:ext cx="19272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BA0D9507-3406-492D-96D3-7700A09C69E6}"/>
              </a:ext>
            </a:extLst>
          </p:cNvPr>
          <p:cNvSpPr/>
          <p:nvPr/>
        </p:nvSpPr>
        <p:spPr>
          <a:xfrm>
            <a:off x="7124080" y="1803474"/>
            <a:ext cx="1661137" cy="1077218"/>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9440" rIns="0" rtlCol="0" anchor="ctr">
            <a:spAutoFit/>
          </a:bodyPr>
          <a:lstStyle/>
          <a:p>
            <a:pPr>
              <a:spcAft>
                <a:spcPts val="600"/>
              </a:spcAft>
            </a:pPr>
            <a:r>
              <a:rPr lang="de-CH" sz="1600">
                <a:solidFill>
                  <a:schemeClr val="bg1"/>
                </a:solidFill>
              </a:rPr>
              <a:t>Fine-tuning of BERT and Vicuna (tbd) requires Q&amp;A pairs (with context)</a:t>
            </a:r>
            <a:endParaRPr lang="en-US" sz="1600">
              <a:solidFill>
                <a:schemeClr val="bg1"/>
              </a:solidFill>
            </a:endParaRPr>
          </a:p>
        </p:txBody>
      </p:sp>
      <p:sp>
        <p:nvSpPr>
          <p:cNvPr id="65" name="Rectangle 64">
            <a:extLst>
              <a:ext uri="{FF2B5EF4-FFF2-40B4-BE49-F238E27FC236}">
                <a16:creationId xmlns:a16="http://schemas.microsoft.com/office/drawing/2014/main" id="{57A9CF8B-874B-46DD-817C-2721899498B3}"/>
              </a:ext>
            </a:extLst>
          </p:cNvPr>
          <p:cNvSpPr/>
          <p:nvPr/>
        </p:nvSpPr>
        <p:spPr>
          <a:xfrm>
            <a:off x="7124080" y="3276599"/>
            <a:ext cx="1661137" cy="1077218"/>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19440" rIns="0" rtlCol="0" anchor="ctr">
            <a:spAutoFit/>
          </a:bodyPr>
          <a:lstStyle/>
          <a:p>
            <a:pPr>
              <a:spcAft>
                <a:spcPts val="600"/>
              </a:spcAft>
            </a:pPr>
            <a:r>
              <a:rPr lang="de-CH" sz="1600">
                <a:solidFill>
                  <a:schemeClr val="bg1"/>
                </a:solidFill>
              </a:rPr>
              <a:t>Perfomance evaluation of pipelines (more details later)</a:t>
            </a:r>
            <a:endParaRPr lang="en-US" sz="1600">
              <a:solidFill>
                <a:schemeClr val="bg1"/>
              </a:solidFill>
            </a:endParaRPr>
          </a:p>
        </p:txBody>
      </p:sp>
      <p:cxnSp>
        <p:nvCxnSpPr>
          <p:cNvPr id="71" name="Straight Connector 70">
            <a:extLst>
              <a:ext uri="{FF2B5EF4-FFF2-40B4-BE49-F238E27FC236}">
                <a16:creationId xmlns:a16="http://schemas.microsoft.com/office/drawing/2014/main" id="{DBECDB8A-7E73-46A5-9BA8-1CA62231111C}"/>
              </a:ext>
            </a:extLst>
          </p:cNvPr>
          <p:cNvCxnSpPr/>
          <p:nvPr/>
        </p:nvCxnSpPr>
        <p:spPr>
          <a:xfrm>
            <a:off x="6987553" y="1743075"/>
            <a:ext cx="0" cy="119801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505217C-5F0A-495C-BFF0-755D692C4E22}"/>
              </a:ext>
            </a:extLst>
          </p:cNvPr>
          <p:cNvCxnSpPr/>
          <p:nvPr/>
        </p:nvCxnSpPr>
        <p:spPr>
          <a:xfrm>
            <a:off x="6987553" y="3216199"/>
            <a:ext cx="0" cy="119801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ight Triangle 26">
            <a:extLst>
              <a:ext uri="{FF2B5EF4-FFF2-40B4-BE49-F238E27FC236}">
                <a16:creationId xmlns:a16="http://schemas.microsoft.com/office/drawing/2014/main" id="{3DCFE746-2410-4152-84D5-CE1FB2C7E274}"/>
              </a:ext>
            </a:extLst>
          </p:cNvPr>
          <p:cNvSpPr/>
          <p:nvPr/>
        </p:nvSpPr>
        <p:spPr>
          <a:xfrm rot="10800000">
            <a:off x="8216900" y="1"/>
            <a:ext cx="927100" cy="927100"/>
          </a:xfrm>
          <a:prstGeom prst="rtTriangle">
            <a:avLst/>
          </a:prstGeom>
          <a:solidFill>
            <a:schemeClr val="bg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a:extLst>
              <a:ext uri="{FF2B5EF4-FFF2-40B4-BE49-F238E27FC236}">
                <a16:creationId xmlns:a16="http://schemas.microsoft.com/office/drawing/2014/main" id="{ED9C2139-0B4F-4402-A6DD-4D91B4A5494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710078" y="85024"/>
            <a:ext cx="344491" cy="344491"/>
          </a:xfrm>
          <a:prstGeom prst="rect">
            <a:avLst/>
          </a:prstGeom>
        </p:spPr>
      </p:pic>
      <p:sp>
        <p:nvSpPr>
          <p:cNvPr id="29" name="Rectangle 28">
            <a:extLst>
              <a:ext uri="{FF2B5EF4-FFF2-40B4-BE49-F238E27FC236}">
                <a16:creationId xmlns:a16="http://schemas.microsoft.com/office/drawing/2014/main" id="{0D91549A-2F9C-4D7E-BF90-F5A12C044B57}"/>
              </a:ext>
            </a:extLst>
          </p:cNvPr>
          <p:cNvSpPr/>
          <p:nvPr/>
        </p:nvSpPr>
        <p:spPr>
          <a:xfrm>
            <a:off x="6448425" y="101599"/>
            <a:ext cx="1768475" cy="141289"/>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r"/>
            <a:r>
              <a:rPr lang="en-US" sz="900">
                <a:solidFill>
                  <a:schemeClr val="bg2"/>
                </a:solidFill>
              </a:rPr>
              <a:t>Generate dataset of Q&amp;A pairs</a:t>
            </a:r>
          </a:p>
        </p:txBody>
      </p:sp>
      <p:pic>
        <p:nvPicPr>
          <p:cNvPr id="36" name="Rectangle 11" descr="{&quot;templafy&quot;:{&quot;id&quot;:&quot;92085b67-4d25-4e3b-b499-21b485904de3&quot;}}">
            <a:extLst>
              <a:ext uri="{FF2B5EF4-FFF2-40B4-BE49-F238E27FC236}">
                <a16:creationId xmlns:a16="http://schemas.microsoft.com/office/drawing/2014/main" id="{87E21424-F12F-4404-9C66-8FD634CA5EB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58775" y="4668427"/>
            <a:ext cx="1026000" cy="212400"/>
          </a:xfrm>
          <a:prstGeom prst="rect">
            <a:avLst/>
          </a:prstGeom>
        </p:spPr>
      </p:pic>
      <p:sp>
        <p:nvSpPr>
          <p:cNvPr id="40" name="Freeform: Shape 39">
            <a:extLst>
              <a:ext uri="{FF2B5EF4-FFF2-40B4-BE49-F238E27FC236}">
                <a16:creationId xmlns:a16="http://schemas.microsoft.com/office/drawing/2014/main" id="{17A56565-3F8D-469E-8B9E-9B805450E001}"/>
              </a:ext>
            </a:extLst>
          </p:cNvPr>
          <p:cNvSpPr>
            <a:spLocks noChangeAspect="1"/>
          </p:cNvSpPr>
          <p:nvPr/>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Slide Number Placeholder 9">
            <a:extLst>
              <a:ext uri="{FF2B5EF4-FFF2-40B4-BE49-F238E27FC236}">
                <a16:creationId xmlns:a16="http://schemas.microsoft.com/office/drawing/2014/main" id="{5A816423-FE40-4E0F-8AE6-E093B6A06661}"/>
              </a:ext>
            </a:extLst>
          </p:cNvPr>
          <p:cNvSpPr>
            <a:spLocks noGrp="1"/>
          </p:cNvSpPr>
          <p:nvPr>
            <p:ph type="sldNum" sz="quarter" idx="12"/>
          </p:nvPr>
        </p:nvSpPr>
        <p:spPr>
          <a:xfrm>
            <a:off x="8570473" y="4767263"/>
            <a:ext cx="214752" cy="273844"/>
          </a:xfrm>
        </p:spPr>
        <p:txBody>
          <a:bodyPr/>
          <a:lstStyle>
            <a:lvl1pPr>
              <a:defRPr>
                <a:solidFill>
                  <a:schemeClr val="bg2"/>
                </a:solidFill>
              </a:defRPr>
            </a:lvl1pPr>
          </a:lstStyle>
          <a:p>
            <a:fld id="{7559FC98-AF75-4A00-A03C-DF9FEBF6BCB9}" type="slidenum">
              <a:rPr lang="en-US" smtClean="0">
                <a:solidFill>
                  <a:schemeClr val="accent1"/>
                </a:solidFill>
              </a:rPr>
              <a:pPr/>
              <a:t>4</a:t>
            </a:fld>
            <a:endParaRPr lang="en-US">
              <a:solidFill>
                <a:schemeClr val="accent1"/>
              </a:solidFill>
            </a:endParaRPr>
          </a:p>
        </p:txBody>
      </p:sp>
      <p:sp>
        <p:nvSpPr>
          <p:cNvPr id="42" name="Rectangle 41" descr="{&quot;templafy&quot;:{&quot;id&quot;:&quot;ab6b267f-2d54-464e-9ae8-0c683c12b29d&quot;}}">
            <a:extLst>
              <a:ext uri="{FF2B5EF4-FFF2-40B4-BE49-F238E27FC236}">
                <a16:creationId xmlns:a16="http://schemas.microsoft.com/office/drawing/2014/main" id="{D1CBFAA6-68B5-4FDE-AD12-72CABC65E287}"/>
              </a:ext>
            </a:extLst>
          </p:cNvPr>
          <p:cNvSpPr/>
          <p:nvPr/>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800">
                <a:solidFill>
                  <a:schemeClr val="bg1"/>
                </a:solidFill>
              </a:rPr>
              <a:t>23 May 2023</a:t>
            </a:r>
          </a:p>
        </p:txBody>
      </p:sp>
    </p:spTree>
    <p:extLst>
      <p:ext uri="{BB962C8B-B14F-4D97-AF65-F5344CB8AC3E}">
        <p14:creationId xmlns:p14="http://schemas.microsoft.com/office/powerpoint/2010/main" val="3698562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38" grpId="0" animBg="1"/>
      <p:bldP spid="61" grpId="0"/>
      <p:bldP spid="62" grpId="0"/>
      <p:bldP spid="63" grpId="0"/>
      <p:bldP spid="64" grpId="0"/>
      <p:bldP spid="6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2" name="think-cell data - do not delete" hidden="1">
            <a:extLst>
              <a:ext uri="{FF2B5EF4-FFF2-40B4-BE49-F238E27FC236}">
                <a16:creationId xmlns:a16="http://schemas.microsoft.com/office/drawing/2014/main" id="{74D88109-C94A-4DD1-8E9A-46779C15C87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62" name="think-cell data - do not delete" hidden="1">
                        <a:extLst>
                          <a:ext uri="{FF2B5EF4-FFF2-40B4-BE49-F238E27FC236}">
                            <a16:creationId xmlns:a16="http://schemas.microsoft.com/office/drawing/2014/main" id="{74D88109-C94A-4DD1-8E9A-46779C15C87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3" name="Rectangle 112">
            <a:extLst>
              <a:ext uri="{FF2B5EF4-FFF2-40B4-BE49-F238E27FC236}">
                <a16:creationId xmlns:a16="http://schemas.microsoft.com/office/drawing/2014/main" id="{11645041-4249-45DE-9BD1-82B316240C8E}"/>
              </a:ext>
            </a:extLst>
          </p:cNvPr>
          <p:cNvSpPr/>
          <p:nvPr/>
        </p:nvSpPr>
        <p:spPr>
          <a:xfrm>
            <a:off x="0" y="0"/>
            <a:ext cx="9144000" cy="5143500"/>
          </a:xfrm>
          <a:prstGeom prst="rect">
            <a:avLst/>
          </a:prstGeom>
          <a:solidFill>
            <a:srgbClr val="F5F5F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EC46DC-D17B-4C05-BB65-73192C8E6BEA}"/>
              </a:ext>
            </a:extLst>
          </p:cNvPr>
          <p:cNvSpPr>
            <a:spLocks noGrp="1"/>
          </p:cNvSpPr>
          <p:nvPr>
            <p:ph type="title"/>
          </p:nvPr>
        </p:nvSpPr>
        <p:spPr/>
        <p:txBody>
          <a:bodyPr vert="horz"/>
          <a:lstStyle/>
          <a:p>
            <a:r>
              <a:rPr lang="de-CH" b="1">
                <a:solidFill>
                  <a:schemeClr val="accent1"/>
                </a:solidFill>
              </a:rPr>
              <a:t>Project approach | </a:t>
            </a:r>
            <a:r>
              <a:rPr lang="de-CH"/>
              <a:t>Set up pipeline &amp; fine-tune</a:t>
            </a:r>
            <a:endParaRPr lang="en-US"/>
          </a:p>
        </p:txBody>
      </p:sp>
      <p:pic>
        <p:nvPicPr>
          <p:cNvPr id="63" name="Rectangle 11" descr="{&quot;templafy&quot;:{&quot;id&quot;:&quot;92085b67-4d25-4e3b-b499-21b485904de3&quot;}}">
            <a:extLst>
              <a:ext uri="{FF2B5EF4-FFF2-40B4-BE49-F238E27FC236}">
                <a16:creationId xmlns:a16="http://schemas.microsoft.com/office/drawing/2014/main" id="{A3FA50D6-BBBA-4450-9FB7-AC32141D002D}"/>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58775" y="4668427"/>
            <a:ext cx="1026000" cy="212400"/>
          </a:xfrm>
          <a:prstGeom prst="rect">
            <a:avLst/>
          </a:prstGeom>
        </p:spPr>
      </p:pic>
      <p:sp>
        <p:nvSpPr>
          <p:cNvPr id="64" name="Freeform: Shape 63">
            <a:extLst>
              <a:ext uri="{FF2B5EF4-FFF2-40B4-BE49-F238E27FC236}">
                <a16:creationId xmlns:a16="http://schemas.microsoft.com/office/drawing/2014/main" id="{EDDB5E10-A0AF-4D86-A091-529E086C4454}"/>
              </a:ext>
            </a:extLst>
          </p:cNvPr>
          <p:cNvSpPr>
            <a:spLocks noChangeAspect="1"/>
          </p:cNvSpPr>
          <p:nvPr/>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Slide Number Placeholder 9">
            <a:extLst>
              <a:ext uri="{FF2B5EF4-FFF2-40B4-BE49-F238E27FC236}">
                <a16:creationId xmlns:a16="http://schemas.microsoft.com/office/drawing/2014/main" id="{1E69B379-AD1F-4420-973F-612A96C57A47}"/>
              </a:ext>
            </a:extLst>
          </p:cNvPr>
          <p:cNvSpPr>
            <a:spLocks noGrp="1"/>
          </p:cNvSpPr>
          <p:nvPr>
            <p:ph type="sldNum" sz="quarter" idx="12"/>
          </p:nvPr>
        </p:nvSpPr>
        <p:spPr>
          <a:xfrm>
            <a:off x="8570473" y="4767263"/>
            <a:ext cx="214752" cy="273844"/>
          </a:xfrm>
        </p:spPr>
        <p:txBody>
          <a:bodyPr/>
          <a:lstStyle>
            <a:lvl1pPr>
              <a:defRPr>
                <a:solidFill>
                  <a:schemeClr val="bg2"/>
                </a:solidFill>
              </a:defRPr>
            </a:lvl1pPr>
          </a:lstStyle>
          <a:p>
            <a:fld id="{7559FC98-AF75-4A00-A03C-DF9FEBF6BCB9}" type="slidenum">
              <a:rPr lang="en-US" smtClean="0"/>
              <a:pPr/>
              <a:t>5</a:t>
            </a:fld>
            <a:endParaRPr lang="en-US"/>
          </a:p>
        </p:txBody>
      </p:sp>
      <p:sp>
        <p:nvSpPr>
          <p:cNvPr id="61" name="Right Triangle 60">
            <a:extLst>
              <a:ext uri="{FF2B5EF4-FFF2-40B4-BE49-F238E27FC236}">
                <a16:creationId xmlns:a16="http://schemas.microsoft.com/office/drawing/2014/main" id="{F0D05268-A8CA-462B-832F-BCC1880FF170}"/>
              </a:ext>
            </a:extLst>
          </p:cNvPr>
          <p:cNvSpPr/>
          <p:nvPr/>
        </p:nvSpPr>
        <p:spPr>
          <a:xfrm rot="10800000">
            <a:off x="8216900" y="1"/>
            <a:ext cx="927100" cy="927100"/>
          </a:xfrm>
          <a:prstGeom prst="rtTriangle">
            <a:avLst/>
          </a:prstGeom>
          <a:solidFill>
            <a:schemeClr val="accent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0F208213-7A1F-4767-B1D1-E1D5FD2286F0}"/>
              </a:ext>
            </a:extLst>
          </p:cNvPr>
          <p:cNvSpPr/>
          <p:nvPr/>
        </p:nvSpPr>
        <p:spPr>
          <a:xfrm>
            <a:off x="6714067" y="101599"/>
            <a:ext cx="1502833" cy="141289"/>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r"/>
            <a:r>
              <a:rPr lang="en-US" sz="900">
                <a:solidFill>
                  <a:schemeClr val="tx1"/>
                </a:solidFill>
              </a:rPr>
              <a:t>Set up pipeline &amp; fine-tune</a:t>
            </a:r>
          </a:p>
        </p:txBody>
      </p:sp>
      <p:sp>
        <p:nvSpPr>
          <p:cNvPr id="77" name="Rectangle 76" descr="{&quot;templafy&quot;:{&quot;id&quot;:&quot;ab6b267f-2d54-464e-9ae8-0c683c12b29d&quot;}}">
            <a:extLst>
              <a:ext uri="{FF2B5EF4-FFF2-40B4-BE49-F238E27FC236}">
                <a16:creationId xmlns:a16="http://schemas.microsoft.com/office/drawing/2014/main" id="{86DD9E0F-BD5F-4611-BF93-05D607D58670}"/>
              </a:ext>
            </a:extLst>
          </p:cNvPr>
          <p:cNvSpPr/>
          <p:nvPr/>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800">
                <a:solidFill>
                  <a:schemeClr val="tx1"/>
                </a:solidFill>
              </a:rPr>
              <a:t>23 May 2023</a:t>
            </a:r>
          </a:p>
        </p:txBody>
      </p:sp>
      <p:pic>
        <p:nvPicPr>
          <p:cNvPr id="76" name="Picture 75">
            <a:extLst>
              <a:ext uri="{FF2B5EF4-FFF2-40B4-BE49-F238E27FC236}">
                <a16:creationId xmlns:a16="http://schemas.microsoft.com/office/drawing/2014/main" id="{B991588B-AAD9-484E-A12E-DA67776DC6D8}"/>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694552" y="44689"/>
            <a:ext cx="396399" cy="396399"/>
          </a:xfrm>
          <a:prstGeom prst="rect">
            <a:avLst/>
          </a:prstGeom>
        </p:spPr>
      </p:pic>
      <p:grpSp>
        <p:nvGrpSpPr>
          <p:cNvPr id="12" name="Group 11">
            <a:extLst>
              <a:ext uri="{FF2B5EF4-FFF2-40B4-BE49-F238E27FC236}">
                <a16:creationId xmlns:a16="http://schemas.microsoft.com/office/drawing/2014/main" id="{C8122512-7373-4E42-BD6F-82F56C3E4D77}"/>
              </a:ext>
            </a:extLst>
          </p:cNvPr>
          <p:cNvGrpSpPr/>
          <p:nvPr/>
        </p:nvGrpSpPr>
        <p:grpSpPr>
          <a:xfrm>
            <a:off x="358775" y="1095045"/>
            <a:ext cx="8425087" cy="3389680"/>
            <a:chOff x="358775" y="1095045"/>
            <a:chExt cx="8425087" cy="3389680"/>
          </a:xfrm>
        </p:grpSpPr>
        <p:sp>
          <p:nvSpPr>
            <p:cNvPr id="15" name="Rectangle 14">
              <a:extLst>
                <a:ext uri="{FF2B5EF4-FFF2-40B4-BE49-F238E27FC236}">
                  <a16:creationId xmlns:a16="http://schemas.microsoft.com/office/drawing/2014/main" id="{9A067BE2-D0E1-4897-BE3F-21E25C250EC9}"/>
                </a:ext>
              </a:extLst>
            </p:cNvPr>
            <p:cNvSpPr/>
            <p:nvPr/>
          </p:nvSpPr>
          <p:spPr>
            <a:xfrm>
              <a:off x="2006600" y="1396353"/>
              <a:ext cx="2168608" cy="3088372"/>
            </a:xfrm>
            <a:prstGeom prst="rect">
              <a:avLst/>
            </a:prstGeom>
            <a:solidFill>
              <a:schemeClr val="bg1"/>
            </a:solidFill>
            <a:ln w="12700" cap="flat" cmpd="sng" algn="ctr">
              <a:solidFill>
                <a:schemeClr val="accent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8C1BE4D0-1668-4C6E-89A3-678AC80E063F}"/>
                </a:ext>
              </a:extLst>
            </p:cNvPr>
            <p:cNvSpPr/>
            <p:nvPr/>
          </p:nvSpPr>
          <p:spPr>
            <a:xfrm>
              <a:off x="4310927" y="1396353"/>
              <a:ext cx="2168608" cy="3088372"/>
            </a:xfrm>
            <a:prstGeom prst="rect">
              <a:avLst/>
            </a:prstGeom>
            <a:solidFill>
              <a:schemeClr val="bg1"/>
            </a:solidFill>
            <a:ln w="12700" cap="flat" cmpd="sng" algn="ctr">
              <a:solidFill>
                <a:schemeClr val="accent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6B0DAA5E-C12C-4685-BE86-B8159AC541AC}"/>
                </a:ext>
              </a:extLst>
            </p:cNvPr>
            <p:cNvSpPr/>
            <p:nvPr/>
          </p:nvSpPr>
          <p:spPr>
            <a:xfrm>
              <a:off x="6615254" y="1396353"/>
              <a:ext cx="2168608" cy="3088372"/>
            </a:xfrm>
            <a:prstGeom prst="rect">
              <a:avLst/>
            </a:prstGeom>
            <a:solidFill>
              <a:schemeClr val="bg1"/>
            </a:solidFill>
            <a:ln w="12700" cap="flat" cmpd="sng" algn="ctr">
              <a:solidFill>
                <a:schemeClr val="accent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92C64440-29EB-4978-B39A-C5ACBBCDD22D}"/>
                </a:ext>
              </a:extLst>
            </p:cNvPr>
            <p:cNvSpPr/>
            <p:nvPr/>
          </p:nvSpPr>
          <p:spPr>
            <a:xfrm>
              <a:off x="358775" y="2878536"/>
              <a:ext cx="1328697" cy="756060"/>
            </a:xfrm>
            <a:prstGeom prst="rect">
              <a:avLst/>
            </a:prstGeom>
          </p:spPr>
          <p:txBody>
            <a:bodyPr wrap="square" lIns="0" tIns="0" rIns="0" bIns="0" anchor="ctr">
              <a:noAutofit/>
            </a:bodyPr>
            <a:lstStyle/>
            <a:p>
              <a:pPr algn="r"/>
              <a:r>
                <a:rPr lang="en-US" sz="1200" b="1">
                  <a:solidFill>
                    <a:schemeClr val="accent1"/>
                  </a:solidFill>
                </a:rPr>
                <a:t>Details on Pipeline setup</a:t>
              </a:r>
            </a:p>
          </p:txBody>
        </p:sp>
        <p:sp>
          <p:nvSpPr>
            <p:cNvPr id="83" name="Rectangle 82">
              <a:extLst>
                <a:ext uri="{FF2B5EF4-FFF2-40B4-BE49-F238E27FC236}">
                  <a16:creationId xmlns:a16="http://schemas.microsoft.com/office/drawing/2014/main" id="{D60ADB0D-8930-4E9B-83A3-F0DB29482796}"/>
                </a:ext>
              </a:extLst>
            </p:cNvPr>
            <p:cNvSpPr/>
            <p:nvPr/>
          </p:nvSpPr>
          <p:spPr>
            <a:xfrm>
              <a:off x="358775" y="3726885"/>
              <a:ext cx="1328697" cy="756060"/>
            </a:xfrm>
            <a:prstGeom prst="rect">
              <a:avLst/>
            </a:prstGeom>
          </p:spPr>
          <p:txBody>
            <a:bodyPr wrap="square" lIns="0" tIns="0" rIns="0" bIns="0" anchor="ctr">
              <a:noAutofit/>
            </a:bodyPr>
            <a:lstStyle/>
            <a:p>
              <a:pPr algn="r"/>
              <a:r>
                <a:rPr lang="en-US" sz="1200" b="1">
                  <a:solidFill>
                    <a:schemeClr val="accent1"/>
                  </a:solidFill>
                </a:rPr>
                <a:t>Considerations </a:t>
              </a:r>
              <a:r>
                <a:rPr lang="en-US" sz="1200" i="1">
                  <a:solidFill>
                    <a:schemeClr val="accent1"/>
                  </a:solidFill>
                </a:rPr>
                <a:t>(i.e., advantages / disadvantages)</a:t>
              </a:r>
            </a:p>
          </p:txBody>
        </p:sp>
        <p:sp>
          <p:nvSpPr>
            <p:cNvPr id="85" name="Right Triangle 84">
              <a:extLst>
                <a:ext uri="{FF2B5EF4-FFF2-40B4-BE49-F238E27FC236}">
                  <a16:creationId xmlns:a16="http://schemas.microsoft.com/office/drawing/2014/main" id="{1AF6A86C-CB6B-478B-93D3-0A17DAC8CC9C}"/>
                </a:ext>
              </a:extLst>
            </p:cNvPr>
            <p:cNvSpPr/>
            <p:nvPr/>
          </p:nvSpPr>
          <p:spPr>
            <a:xfrm flipH="1">
              <a:off x="1733925" y="2059524"/>
              <a:ext cx="210525" cy="2423421"/>
            </a:xfrm>
            <a:prstGeom prst="rtTriangle">
              <a:avLst/>
            </a:prstGeom>
            <a:solidFill>
              <a:srgbClr val="D9D9D9"/>
            </a:solidFill>
            <a:ln w="12700" cap="flat" cmpd="sng" algn="ctr">
              <a:solidFill>
                <a:srgbClr val="D9D9D9"/>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BEE8B2FB-4EEF-47BF-8656-02109AA32F6D}"/>
                </a:ext>
              </a:extLst>
            </p:cNvPr>
            <p:cNvSpPr/>
            <p:nvPr/>
          </p:nvSpPr>
          <p:spPr>
            <a:xfrm>
              <a:off x="358775" y="2059524"/>
              <a:ext cx="1328697" cy="624843"/>
            </a:xfrm>
            <a:prstGeom prst="rect">
              <a:avLst/>
            </a:prstGeom>
          </p:spPr>
          <p:txBody>
            <a:bodyPr wrap="square" lIns="0" tIns="0" rIns="0" bIns="0" anchor="ctr">
              <a:noAutofit/>
            </a:bodyPr>
            <a:lstStyle/>
            <a:p>
              <a:pPr algn="r"/>
              <a:r>
                <a:rPr lang="en-US" sz="1200" b="1">
                  <a:solidFill>
                    <a:schemeClr val="accent1"/>
                  </a:solidFill>
                </a:rPr>
                <a:t>Description</a:t>
              </a:r>
            </a:p>
          </p:txBody>
        </p:sp>
        <p:sp>
          <p:nvSpPr>
            <p:cNvPr id="65" name="Textfeld 412">
              <a:extLst>
                <a:ext uri="{FF2B5EF4-FFF2-40B4-BE49-F238E27FC236}">
                  <a16:creationId xmlns:a16="http://schemas.microsoft.com/office/drawing/2014/main" id="{18F9B2ED-01AD-47BD-8D07-80530BF78620}"/>
                </a:ext>
              </a:extLst>
            </p:cNvPr>
            <p:cNvSpPr txBox="1"/>
            <p:nvPr/>
          </p:nvSpPr>
          <p:spPr>
            <a:xfrm>
              <a:off x="2552761" y="1678409"/>
              <a:ext cx="1076288" cy="271068"/>
            </a:xfrm>
            <a:prstGeom prst="rect">
              <a:avLst/>
            </a:prstGeom>
            <a:solidFill>
              <a:schemeClr val="bg1"/>
            </a:solidFill>
            <a:ln>
              <a:noFill/>
            </a:ln>
          </p:spPr>
          <p:txBody>
            <a:bodyPr wrap="none" rtlCol="0">
              <a:noAutofit/>
            </a:bodyPr>
            <a:lstStyle/>
            <a:p>
              <a:pPr algn="ctr"/>
              <a:r>
                <a:rPr lang="en-US" sz="1200" b="1">
                  <a:solidFill>
                    <a:srgbClr val="008230"/>
                  </a:solidFill>
                  <a:latin typeface="+mj-lt"/>
                </a:rPr>
                <a:t>GELECTRA</a:t>
              </a:r>
            </a:p>
          </p:txBody>
        </p:sp>
        <p:sp>
          <p:nvSpPr>
            <p:cNvPr id="30" name="Rectangle 29">
              <a:extLst>
                <a:ext uri="{FF2B5EF4-FFF2-40B4-BE49-F238E27FC236}">
                  <a16:creationId xmlns:a16="http://schemas.microsoft.com/office/drawing/2014/main" id="{A12E44C4-0EDF-436D-B719-4F8F794C083F}"/>
                </a:ext>
              </a:extLst>
            </p:cNvPr>
            <p:cNvSpPr/>
            <p:nvPr/>
          </p:nvSpPr>
          <p:spPr>
            <a:xfrm>
              <a:off x="2725467" y="1095045"/>
              <a:ext cx="730873" cy="580268"/>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Connector 57">
              <a:extLst>
                <a:ext uri="{FF2B5EF4-FFF2-40B4-BE49-F238E27FC236}">
                  <a16:creationId xmlns:a16="http://schemas.microsoft.com/office/drawing/2014/main" id="{73EB0409-2517-449B-A1DD-58CBACB19167}"/>
                </a:ext>
              </a:extLst>
            </p:cNvPr>
            <p:cNvCxnSpPr/>
            <p:nvPr/>
          </p:nvCxnSpPr>
          <p:spPr>
            <a:xfrm>
              <a:off x="2137548" y="1949477"/>
              <a:ext cx="1906709" cy="0"/>
            </a:xfrm>
            <a:prstGeom prst="line">
              <a:avLst/>
            </a:prstGeom>
            <a:ln w="9525"/>
          </p:spPr>
          <p:style>
            <a:lnRef idx="1">
              <a:schemeClr val="accent1"/>
            </a:lnRef>
            <a:fillRef idx="0">
              <a:schemeClr val="accent1"/>
            </a:fillRef>
            <a:effectRef idx="0">
              <a:schemeClr val="accent1"/>
            </a:effectRef>
            <a:fontRef idx="minor">
              <a:schemeClr val="tx1"/>
            </a:fontRef>
          </p:style>
        </p:cxnSp>
        <p:sp>
          <p:nvSpPr>
            <p:cNvPr id="67" name="Textfeld 412">
              <a:extLst>
                <a:ext uri="{FF2B5EF4-FFF2-40B4-BE49-F238E27FC236}">
                  <a16:creationId xmlns:a16="http://schemas.microsoft.com/office/drawing/2014/main" id="{99EA0FA4-A1F1-433A-B8FF-2CDF5D5E6B69}"/>
                </a:ext>
              </a:extLst>
            </p:cNvPr>
            <p:cNvSpPr txBox="1"/>
            <p:nvPr/>
          </p:nvSpPr>
          <p:spPr>
            <a:xfrm>
              <a:off x="4393944" y="1678409"/>
              <a:ext cx="2002576" cy="271068"/>
            </a:xfrm>
            <a:prstGeom prst="rect">
              <a:avLst/>
            </a:prstGeom>
            <a:solidFill>
              <a:schemeClr val="bg1"/>
            </a:solidFill>
            <a:ln>
              <a:noFill/>
            </a:ln>
          </p:spPr>
          <p:txBody>
            <a:bodyPr wrap="none" rtlCol="0">
              <a:noAutofit/>
            </a:bodyPr>
            <a:lstStyle/>
            <a:p>
              <a:pPr algn="ctr"/>
              <a:r>
                <a:rPr lang="en-US" sz="1200" b="1">
                  <a:solidFill>
                    <a:srgbClr val="008230"/>
                  </a:solidFill>
                  <a:latin typeface="+mj-lt"/>
                </a:rPr>
                <a:t>GPT</a:t>
              </a:r>
            </a:p>
          </p:txBody>
        </p:sp>
        <p:cxnSp>
          <p:nvCxnSpPr>
            <p:cNvPr id="74" name="Straight Connector 73">
              <a:extLst>
                <a:ext uri="{FF2B5EF4-FFF2-40B4-BE49-F238E27FC236}">
                  <a16:creationId xmlns:a16="http://schemas.microsoft.com/office/drawing/2014/main" id="{093FFF70-2F9C-46DB-AC75-A2A283402A32}"/>
                </a:ext>
              </a:extLst>
            </p:cNvPr>
            <p:cNvCxnSpPr/>
            <p:nvPr/>
          </p:nvCxnSpPr>
          <p:spPr>
            <a:xfrm>
              <a:off x="4441877" y="1949477"/>
              <a:ext cx="1906709" cy="0"/>
            </a:xfrm>
            <a:prstGeom prst="line">
              <a:avLst/>
            </a:prstGeom>
            <a:ln w="9525"/>
          </p:spPr>
          <p:style>
            <a:lnRef idx="1">
              <a:schemeClr val="accent1"/>
            </a:lnRef>
            <a:fillRef idx="0">
              <a:schemeClr val="accent1"/>
            </a:fillRef>
            <a:effectRef idx="0">
              <a:schemeClr val="accent1"/>
            </a:effectRef>
            <a:fontRef idx="minor">
              <a:schemeClr val="tx1"/>
            </a:fontRef>
          </p:style>
        </p:cxnSp>
        <p:sp>
          <p:nvSpPr>
            <p:cNvPr id="66" name="Textfeld 412">
              <a:extLst>
                <a:ext uri="{FF2B5EF4-FFF2-40B4-BE49-F238E27FC236}">
                  <a16:creationId xmlns:a16="http://schemas.microsoft.com/office/drawing/2014/main" id="{B0F47D0D-D961-4771-90C9-E8DCCED7EDA5}"/>
                </a:ext>
              </a:extLst>
            </p:cNvPr>
            <p:cNvSpPr txBox="1"/>
            <p:nvPr/>
          </p:nvSpPr>
          <p:spPr>
            <a:xfrm>
              <a:off x="7080282" y="1678409"/>
              <a:ext cx="1238550" cy="271068"/>
            </a:xfrm>
            <a:prstGeom prst="rect">
              <a:avLst/>
            </a:prstGeom>
            <a:solidFill>
              <a:schemeClr val="bg1"/>
            </a:solidFill>
            <a:ln>
              <a:noFill/>
            </a:ln>
          </p:spPr>
          <p:txBody>
            <a:bodyPr wrap="none" rtlCol="0">
              <a:noAutofit/>
            </a:bodyPr>
            <a:lstStyle/>
            <a:p>
              <a:pPr algn="ctr"/>
              <a:r>
                <a:rPr lang="en-US" sz="1200" b="1">
                  <a:solidFill>
                    <a:srgbClr val="008230"/>
                  </a:solidFill>
                  <a:latin typeface="+mj-lt"/>
                </a:rPr>
                <a:t>VICUNA</a:t>
              </a:r>
            </a:p>
          </p:txBody>
        </p:sp>
        <p:cxnSp>
          <p:nvCxnSpPr>
            <p:cNvPr id="75" name="Straight Connector 74">
              <a:extLst>
                <a:ext uri="{FF2B5EF4-FFF2-40B4-BE49-F238E27FC236}">
                  <a16:creationId xmlns:a16="http://schemas.microsoft.com/office/drawing/2014/main" id="{2240048E-EC54-401B-8C56-100E80414F2A}"/>
                </a:ext>
              </a:extLst>
            </p:cNvPr>
            <p:cNvCxnSpPr/>
            <p:nvPr/>
          </p:nvCxnSpPr>
          <p:spPr>
            <a:xfrm>
              <a:off x="6746202" y="1949477"/>
              <a:ext cx="1906709" cy="0"/>
            </a:xfrm>
            <a:prstGeom prst="line">
              <a:avLst/>
            </a:prstGeom>
            <a:ln w="9525"/>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842A3172-B57E-CB53-0019-51E759BBA0BC}"/>
                </a:ext>
              </a:extLst>
            </p:cNvPr>
            <p:cNvCxnSpPr>
              <a:cxnSpLocks/>
            </p:cNvCxnSpPr>
            <p:nvPr/>
          </p:nvCxnSpPr>
          <p:spPr>
            <a:xfrm>
              <a:off x="2725467" y="1095045"/>
              <a:ext cx="0" cy="301308"/>
            </a:xfrm>
            <a:prstGeom prst="line">
              <a:avLst/>
            </a:prstGeom>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AF8412AD-45B2-EAEA-20FD-BCD80BF20640}"/>
                </a:ext>
              </a:extLst>
            </p:cNvPr>
            <p:cNvCxnSpPr>
              <a:cxnSpLocks/>
            </p:cNvCxnSpPr>
            <p:nvPr/>
          </p:nvCxnSpPr>
          <p:spPr>
            <a:xfrm flipH="1">
              <a:off x="2725467" y="1095045"/>
              <a:ext cx="730873" cy="3107"/>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5EBA2F38-CE41-4FEB-02BC-36153580D8B9}"/>
                </a:ext>
              </a:extLst>
            </p:cNvPr>
            <p:cNvCxnSpPr>
              <a:cxnSpLocks/>
            </p:cNvCxnSpPr>
            <p:nvPr/>
          </p:nvCxnSpPr>
          <p:spPr>
            <a:xfrm>
              <a:off x="3451307" y="1095045"/>
              <a:ext cx="5033" cy="301308"/>
            </a:xfrm>
            <a:prstGeom prst="line">
              <a:avLst/>
            </a:prstGeom>
          </p:spPr>
          <p:style>
            <a:lnRef idx="2">
              <a:schemeClr val="accent1"/>
            </a:lnRef>
            <a:fillRef idx="0">
              <a:schemeClr val="accent1"/>
            </a:fillRef>
            <a:effectRef idx="1">
              <a:schemeClr val="accent1"/>
            </a:effectRef>
            <a:fontRef idx="minor">
              <a:schemeClr val="tx1"/>
            </a:fontRef>
          </p:style>
        </p:cxnSp>
        <p:pic>
          <p:nvPicPr>
            <p:cNvPr id="107536" name="Picture 16" descr="Bert | Spotify">
              <a:extLst>
                <a:ext uri="{FF2B5EF4-FFF2-40B4-BE49-F238E27FC236}">
                  <a16:creationId xmlns:a16="http://schemas.microsoft.com/office/drawing/2014/main" id="{E4A57AD8-5B8E-CBD5-1D40-E9E8E1B165EF}"/>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2852280" y="1151773"/>
              <a:ext cx="477242" cy="477242"/>
            </a:xfrm>
            <a:prstGeom prst="rect">
              <a:avLst/>
            </a:prstGeom>
            <a:noFill/>
            <a:extLst>
              <a:ext uri="{909E8E84-426E-40DD-AFC4-6F175D3DCCD1}">
                <a14:hiddenFill xmlns:a14="http://schemas.microsoft.com/office/drawing/2010/main">
                  <a:solidFill>
                    <a:srgbClr val="FFFFFF"/>
                  </a:solidFill>
                </a14:hiddenFill>
              </a:ext>
            </a:extLst>
          </p:spPr>
        </p:pic>
        <p:sp>
          <p:nvSpPr>
            <p:cNvPr id="86" name="Rectangle 85">
              <a:extLst>
                <a:ext uri="{FF2B5EF4-FFF2-40B4-BE49-F238E27FC236}">
                  <a16:creationId xmlns:a16="http://schemas.microsoft.com/office/drawing/2014/main" id="{C8A6F92D-3373-4E83-9A5A-A48388A62D40}"/>
                </a:ext>
              </a:extLst>
            </p:cNvPr>
            <p:cNvSpPr/>
            <p:nvPr/>
          </p:nvSpPr>
          <p:spPr>
            <a:xfrm>
              <a:off x="1481563" y="3556927"/>
              <a:ext cx="483672" cy="201021"/>
            </a:xfrm>
            <a:prstGeom prst="rect">
              <a:avLst/>
            </a:prstGeom>
            <a:solidFill>
              <a:srgbClr val="F5F5F5"/>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F9721E30-C5BF-43BB-9589-7354C6CD41CF}"/>
                </a:ext>
              </a:extLst>
            </p:cNvPr>
            <p:cNvSpPr/>
            <p:nvPr/>
          </p:nvSpPr>
          <p:spPr>
            <a:xfrm>
              <a:off x="7334121" y="1101248"/>
              <a:ext cx="730873" cy="515031"/>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61F73A9D-CA0B-37B1-8639-18EA2046C02C}"/>
                </a:ext>
              </a:extLst>
            </p:cNvPr>
            <p:cNvCxnSpPr>
              <a:cxnSpLocks/>
            </p:cNvCxnSpPr>
            <p:nvPr/>
          </p:nvCxnSpPr>
          <p:spPr>
            <a:xfrm>
              <a:off x="7334121" y="1095045"/>
              <a:ext cx="0" cy="301308"/>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C4E7EDC8-A344-3814-9ED2-A8EE28742A59}"/>
                </a:ext>
              </a:extLst>
            </p:cNvPr>
            <p:cNvCxnSpPr>
              <a:cxnSpLocks/>
            </p:cNvCxnSpPr>
            <p:nvPr/>
          </p:nvCxnSpPr>
          <p:spPr>
            <a:xfrm flipH="1">
              <a:off x="7334121" y="1095045"/>
              <a:ext cx="730873" cy="3107"/>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94C9CF33-7A32-C03E-D329-F8BC1094FB36}"/>
                </a:ext>
              </a:extLst>
            </p:cNvPr>
            <p:cNvCxnSpPr>
              <a:cxnSpLocks/>
            </p:cNvCxnSpPr>
            <p:nvPr/>
          </p:nvCxnSpPr>
          <p:spPr>
            <a:xfrm>
              <a:off x="8059961" y="1095045"/>
              <a:ext cx="5033" cy="301308"/>
            </a:xfrm>
            <a:prstGeom prst="line">
              <a:avLst/>
            </a:prstGeom>
          </p:spPr>
          <p:style>
            <a:lnRef idx="2">
              <a:schemeClr val="accent1"/>
            </a:lnRef>
            <a:fillRef idx="0">
              <a:schemeClr val="accent1"/>
            </a:fillRef>
            <a:effectRef idx="1">
              <a:schemeClr val="accent1"/>
            </a:effectRef>
            <a:fontRef idx="minor">
              <a:schemeClr val="tx1"/>
            </a:fontRef>
          </p:style>
        </p:cxnSp>
        <p:pic>
          <p:nvPicPr>
            <p:cNvPr id="107538" name="Picture 18" descr="Stability AI releases StableVicuna, the AI World's First Open Source RLHF  LLM Chatbot — Stability AI">
              <a:extLst>
                <a:ext uri="{FF2B5EF4-FFF2-40B4-BE49-F238E27FC236}">
                  <a16:creationId xmlns:a16="http://schemas.microsoft.com/office/drawing/2014/main" id="{2D56A16F-6C56-A65B-B36B-8B73500C6C8A}"/>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7469696" y="1171431"/>
              <a:ext cx="452739" cy="452739"/>
            </a:xfrm>
            <a:prstGeom prst="rect">
              <a:avLst/>
            </a:prstGeom>
            <a:noFill/>
            <a:extLst>
              <a:ext uri="{909E8E84-426E-40DD-AFC4-6F175D3DCCD1}">
                <a14:hiddenFill xmlns:a14="http://schemas.microsoft.com/office/drawing/2010/main">
                  <a:solidFill>
                    <a:srgbClr val="FFFFFF"/>
                  </a:solidFill>
                </a14:hiddenFill>
              </a:ext>
            </a:extLst>
          </p:spPr>
        </p:pic>
        <p:sp>
          <p:nvSpPr>
            <p:cNvPr id="69" name="Rectangle 68">
              <a:extLst>
                <a:ext uri="{FF2B5EF4-FFF2-40B4-BE49-F238E27FC236}">
                  <a16:creationId xmlns:a16="http://schemas.microsoft.com/office/drawing/2014/main" id="{8922C57B-CB09-4CE2-9E0C-AD8063A3D6D0}"/>
                </a:ext>
              </a:extLst>
            </p:cNvPr>
            <p:cNvSpPr/>
            <p:nvPr/>
          </p:nvSpPr>
          <p:spPr>
            <a:xfrm>
              <a:off x="5029796" y="1106680"/>
              <a:ext cx="730873" cy="568633"/>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52C7D6B4-3640-2F1D-8E9D-1A78B5DCB6C5}"/>
                </a:ext>
              </a:extLst>
            </p:cNvPr>
            <p:cNvCxnSpPr>
              <a:cxnSpLocks/>
            </p:cNvCxnSpPr>
            <p:nvPr/>
          </p:nvCxnSpPr>
          <p:spPr>
            <a:xfrm>
              <a:off x="5029796" y="1095045"/>
              <a:ext cx="0" cy="301308"/>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AD366EB1-53EC-23D0-6857-56FFEFA13555}"/>
                </a:ext>
              </a:extLst>
            </p:cNvPr>
            <p:cNvCxnSpPr>
              <a:cxnSpLocks/>
            </p:cNvCxnSpPr>
            <p:nvPr/>
          </p:nvCxnSpPr>
          <p:spPr>
            <a:xfrm flipH="1">
              <a:off x="5029796" y="1095045"/>
              <a:ext cx="730873" cy="3107"/>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40DFA5A0-1541-41BF-0F48-0549C253E280}"/>
                </a:ext>
              </a:extLst>
            </p:cNvPr>
            <p:cNvCxnSpPr>
              <a:cxnSpLocks/>
            </p:cNvCxnSpPr>
            <p:nvPr/>
          </p:nvCxnSpPr>
          <p:spPr>
            <a:xfrm>
              <a:off x="5755636" y="1095045"/>
              <a:ext cx="5033" cy="301308"/>
            </a:xfrm>
            <a:prstGeom prst="line">
              <a:avLst/>
            </a:prstGeom>
          </p:spPr>
          <p:style>
            <a:lnRef idx="2">
              <a:schemeClr val="accent1"/>
            </a:lnRef>
            <a:fillRef idx="0">
              <a:schemeClr val="accent1"/>
            </a:fillRef>
            <a:effectRef idx="1">
              <a:schemeClr val="accent1"/>
            </a:effectRef>
            <a:fontRef idx="minor">
              <a:schemeClr val="tx1"/>
            </a:fontRef>
          </p:style>
        </p:cxnSp>
        <p:pic>
          <p:nvPicPr>
            <p:cNvPr id="107534" name="Picture 14" descr="Logo">
              <a:extLst>
                <a:ext uri="{FF2B5EF4-FFF2-40B4-BE49-F238E27FC236}">
                  <a16:creationId xmlns:a16="http://schemas.microsoft.com/office/drawing/2014/main" id="{8A053372-D242-14EC-2288-CFA31C77E467}"/>
                </a:ext>
              </a:extLst>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5168861" y="1162207"/>
              <a:ext cx="452738" cy="45273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7" name="Group 26">
            <a:extLst>
              <a:ext uri="{FF2B5EF4-FFF2-40B4-BE49-F238E27FC236}">
                <a16:creationId xmlns:a16="http://schemas.microsoft.com/office/drawing/2014/main" id="{3BF73DC4-A6E8-42C0-A5F1-6C231FEE9655}"/>
              </a:ext>
            </a:extLst>
          </p:cNvPr>
          <p:cNvGrpSpPr/>
          <p:nvPr/>
        </p:nvGrpSpPr>
        <p:grpSpPr>
          <a:xfrm>
            <a:off x="2137548" y="2059524"/>
            <a:ext cx="1906709" cy="2423421"/>
            <a:chOff x="2137548" y="2059524"/>
            <a:chExt cx="1906709" cy="2423421"/>
          </a:xfrm>
        </p:grpSpPr>
        <p:cxnSp>
          <p:nvCxnSpPr>
            <p:cNvPr id="88" name="Straight Connector 87">
              <a:extLst>
                <a:ext uri="{FF2B5EF4-FFF2-40B4-BE49-F238E27FC236}">
                  <a16:creationId xmlns:a16="http://schemas.microsoft.com/office/drawing/2014/main" id="{FC1BC944-FBD0-4A37-B8D6-A407E304399E}"/>
                </a:ext>
              </a:extLst>
            </p:cNvPr>
            <p:cNvCxnSpPr/>
            <p:nvPr/>
          </p:nvCxnSpPr>
          <p:spPr>
            <a:xfrm>
              <a:off x="2137548" y="2758149"/>
              <a:ext cx="1906709" cy="0"/>
            </a:xfrm>
            <a:prstGeom prst="line">
              <a:avLst/>
            </a:prstGeom>
            <a:ln>
              <a:solidFill>
                <a:srgbClr val="D9D9D9"/>
              </a:solidFill>
              <a:prstDash val="sysDash"/>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B3BF108C-E7D9-4AFD-9DD7-9716DF00EF35}"/>
                </a:ext>
              </a:extLst>
            </p:cNvPr>
            <p:cNvCxnSpPr/>
            <p:nvPr/>
          </p:nvCxnSpPr>
          <p:spPr>
            <a:xfrm>
              <a:off x="2137548" y="3657438"/>
              <a:ext cx="1906709" cy="0"/>
            </a:xfrm>
            <a:prstGeom prst="line">
              <a:avLst/>
            </a:prstGeom>
            <a:ln>
              <a:solidFill>
                <a:srgbClr val="D9D9D9"/>
              </a:solidFill>
              <a:prstDash val="sysDash"/>
            </a:ln>
          </p:spPr>
          <p:style>
            <a:lnRef idx="1">
              <a:schemeClr val="accent1"/>
            </a:lnRef>
            <a:fillRef idx="0">
              <a:schemeClr val="accent1"/>
            </a:fillRef>
            <a:effectRef idx="0">
              <a:schemeClr val="accent1"/>
            </a:effectRef>
            <a:fontRef idx="minor">
              <a:schemeClr val="tx1"/>
            </a:fontRef>
          </p:style>
        </p:cxnSp>
        <p:sp>
          <p:nvSpPr>
            <p:cNvPr id="93" name="Textfeld 123">
              <a:extLst>
                <a:ext uri="{FF2B5EF4-FFF2-40B4-BE49-F238E27FC236}">
                  <a16:creationId xmlns:a16="http://schemas.microsoft.com/office/drawing/2014/main" id="{635E1EFF-E222-40DC-BF15-769CBFBACA61}"/>
                </a:ext>
              </a:extLst>
            </p:cNvPr>
            <p:cNvSpPr txBox="1"/>
            <p:nvPr/>
          </p:nvSpPr>
          <p:spPr>
            <a:xfrm>
              <a:off x="2137548" y="2059524"/>
              <a:ext cx="1906709" cy="624843"/>
            </a:xfrm>
            <a:prstGeom prst="rect">
              <a:avLst/>
            </a:prstGeom>
            <a:noFill/>
          </p:spPr>
          <p:txBody>
            <a:bodyPr wrap="square" lIns="0" tIns="0" rIns="0" bIns="0" rtlCol="0" anchor="ctr">
              <a:noAutofit/>
            </a:bodyPr>
            <a:lstStyle/>
            <a:p>
              <a:pPr marL="171450" indent="-171450">
                <a:buFont typeface="Arial" panose="020B0604020202020204" pitchFamily="34" charset="0"/>
                <a:buChar char="•"/>
              </a:pPr>
              <a:r>
                <a:rPr lang="en-US" sz="1100">
                  <a:latin typeface="+mj-lt"/>
                </a:rPr>
                <a:t>Pre-trained BERT-based German language model &amp; finetuned w/ GermanQuAD</a:t>
              </a:r>
            </a:p>
          </p:txBody>
        </p:sp>
        <p:sp>
          <p:nvSpPr>
            <p:cNvPr id="104" name="Textfeld 21">
              <a:extLst>
                <a:ext uri="{FF2B5EF4-FFF2-40B4-BE49-F238E27FC236}">
                  <a16:creationId xmlns:a16="http://schemas.microsoft.com/office/drawing/2014/main" id="{82CB13D6-6845-46E7-89CA-68716F75CC84}"/>
                </a:ext>
              </a:extLst>
            </p:cNvPr>
            <p:cNvSpPr txBox="1"/>
            <p:nvPr/>
          </p:nvSpPr>
          <p:spPr>
            <a:xfrm>
              <a:off x="2137548" y="2831930"/>
              <a:ext cx="1906709" cy="756060"/>
            </a:xfrm>
            <a:prstGeom prst="rect">
              <a:avLst/>
            </a:prstGeom>
            <a:noFill/>
          </p:spPr>
          <p:txBody>
            <a:bodyPr wrap="square" lIns="0" tIns="0" rIns="0" bIns="0" rtlCol="0" anchor="ctr">
              <a:noAutofit/>
            </a:bodyPr>
            <a:lstStyle/>
            <a:p>
              <a:pPr marL="171450" indent="-171450">
                <a:spcAft>
                  <a:spcPts val="300"/>
                </a:spcAft>
                <a:buFont typeface="Arial" panose="020B0604020202020204" pitchFamily="34" charset="0"/>
                <a:buChar char="•"/>
              </a:pPr>
              <a:r>
                <a:rPr lang="en-US" sz="1100">
                  <a:latin typeface="+mj-lt"/>
                </a:rPr>
                <a:t>HuggingFace to download pre-trained Gelectra</a:t>
              </a:r>
            </a:p>
            <a:p>
              <a:pPr marL="171450" indent="-171450">
                <a:spcAft>
                  <a:spcPts val="300"/>
                </a:spcAft>
                <a:buFont typeface="Arial" panose="020B0604020202020204" pitchFamily="34" charset="0"/>
                <a:buChar char="•"/>
              </a:pPr>
              <a:r>
                <a:rPr lang="en-US" sz="1100">
                  <a:latin typeface="+mj-lt"/>
                </a:rPr>
                <a:t>Haystack for the reader-retriever pipeline</a:t>
              </a:r>
            </a:p>
          </p:txBody>
        </p:sp>
        <p:sp>
          <p:nvSpPr>
            <p:cNvPr id="139" name="Textfeld 21">
              <a:extLst>
                <a:ext uri="{FF2B5EF4-FFF2-40B4-BE49-F238E27FC236}">
                  <a16:creationId xmlns:a16="http://schemas.microsoft.com/office/drawing/2014/main" id="{769336D7-6B58-4AD1-9308-6AFF2399BDF0}"/>
                </a:ext>
              </a:extLst>
            </p:cNvPr>
            <p:cNvSpPr txBox="1"/>
            <p:nvPr/>
          </p:nvSpPr>
          <p:spPr>
            <a:xfrm>
              <a:off x="2137548" y="3726885"/>
              <a:ext cx="1906709" cy="756060"/>
            </a:xfrm>
            <a:prstGeom prst="rect">
              <a:avLst/>
            </a:prstGeom>
            <a:noFill/>
          </p:spPr>
          <p:txBody>
            <a:bodyPr wrap="square" lIns="0" tIns="0" rIns="0" bIns="0" rtlCol="0" anchor="ctr">
              <a:noAutofit/>
            </a:bodyPr>
            <a:lstStyle/>
            <a:p>
              <a:pPr marL="171450" indent="-171450">
                <a:spcAft>
                  <a:spcPts val="300"/>
                </a:spcAft>
                <a:buFont typeface="Arial" panose="020B0604020202020204" pitchFamily="34" charset="0"/>
                <a:buChar char="•"/>
              </a:pPr>
              <a:r>
                <a:rPr lang="en-US" sz="1100">
                  <a:latin typeface="+mj-lt"/>
                </a:rPr>
                <a:t>Smaller model, not built for Chatbots</a:t>
              </a:r>
            </a:p>
            <a:p>
              <a:pPr marL="171450" indent="-171450">
                <a:spcAft>
                  <a:spcPts val="300"/>
                </a:spcAft>
                <a:buFont typeface="Arial" panose="020B0604020202020204" pitchFamily="34" charset="0"/>
                <a:buChar char="•"/>
              </a:pPr>
              <a:r>
                <a:rPr lang="en-US" sz="1100">
                  <a:latin typeface="+mj-lt"/>
                </a:rPr>
                <a:t>Poor results, requires more fine-tuning with limited upside</a:t>
              </a:r>
            </a:p>
          </p:txBody>
        </p:sp>
      </p:grpSp>
      <p:grpSp>
        <p:nvGrpSpPr>
          <p:cNvPr id="28" name="Group 27">
            <a:extLst>
              <a:ext uri="{FF2B5EF4-FFF2-40B4-BE49-F238E27FC236}">
                <a16:creationId xmlns:a16="http://schemas.microsoft.com/office/drawing/2014/main" id="{4AFF29C7-AB48-425B-B148-2C5BA3B085E0}"/>
              </a:ext>
            </a:extLst>
          </p:cNvPr>
          <p:cNvGrpSpPr/>
          <p:nvPr/>
        </p:nvGrpSpPr>
        <p:grpSpPr>
          <a:xfrm>
            <a:off x="4441877" y="2059524"/>
            <a:ext cx="1906709" cy="2423421"/>
            <a:chOff x="4441877" y="2059524"/>
            <a:chExt cx="1906709" cy="2423421"/>
          </a:xfrm>
        </p:grpSpPr>
        <p:cxnSp>
          <p:nvCxnSpPr>
            <p:cNvPr id="122" name="Straight Connector 121">
              <a:extLst>
                <a:ext uri="{FF2B5EF4-FFF2-40B4-BE49-F238E27FC236}">
                  <a16:creationId xmlns:a16="http://schemas.microsoft.com/office/drawing/2014/main" id="{054CB2EB-7F58-4723-B333-6B1DE3F95E0F}"/>
                </a:ext>
              </a:extLst>
            </p:cNvPr>
            <p:cNvCxnSpPr/>
            <p:nvPr/>
          </p:nvCxnSpPr>
          <p:spPr>
            <a:xfrm>
              <a:off x="4441877" y="2758149"/>
              <a:ext cx="1906709" cy="0"/>
            </a:xfrm>
            <a:prstGeom prst="line">
              <a:avLst/>
            </a:prstGeom>
            <a:ln>
              <a:solidFill>
                <a:srgbClr val="D9D9D9"/>
              </a:solidFill>
              <a:prstDash val="sysDash"/>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E22B9450-1F2B-4D80-82B6-73451C95A31C}"/>
                </a:ext>
              </a:extLst>
            </p:cNvPr>
            <p:cNvCxnSpPr/>
            <p:nvPr/>
          </p:nvCxnSpPr>
          <p:spPr>
            <a:xfrm>
              <a:off x="4441877" y="3657438"/>
              <a:ext cx="1906709" cy="0"/>
            </a:xfrm>
            <a:prstGeom prst="line">
              <a:avLst/>
            </a:prstGeom>
            <a:ln>
              <a:solidFill>
                <a:srgbClr val="D9D9D9"/>
              </a:solidFill>
              <a:prstDash val="sysDash"/>
            </a:ln>
          </p:spPr>
          <p:style>
            <a:lnRef idx="1">
              <a:schemeClr val="accent1"/>
            </a:lnRef>
            <a:fillRef idx="0">
              <a:schemeClr val="accent1"/>
            </a:fillRef>
            <a:effectRef idx="0">
              <a:schemeClr val="accent1"/>
            </a:effectRef>
            <a:fontRef idx="minor">
              <a:schemeClr val="tx1"/>
            </a:fontRef>
          </p:style>
        </p:cxnSp>
        <p:sp>
          <p:nvSpPr>
            <p:cNvPr id="95" name="Textfeld 44">
              <a:extLst>
                <a:ext uri="{FF2B5EF4-FFF2-40B4-BE49-F238E27FC236}">
                  <a16:creationId xmlns:a16="http://schemas.microsoft.com/office/drawing/2014/main" id="{217A57A0-C565-4A5E-B9B1-854B1A9DABF5}"/>
                </a:ext>
              </a:extLst>
            </p:cNvPr>
            <p:cNvSpPr txBox="1"/>
            <p:nvPr/>
          </p:nvSpPr>
          <p:spPr>
            <a:xfrm>
              <a:off x="4441877" y="2059524"/>
              <a:ext cx="1906709" cy="624843"/>
            </a:xfrm>
            <a:prstGeom prst="rect">
              <a:avLst/>
            </a:prstGeom>
            <a:noFill/>
          </p:spPr>
          <p:txBody>
            <a:bodyPr wrap="square" lIns="0" tIns="0" rIns="0" bIns="0" rtlCol="0" anchor="ctr">
              <a:noAutofit/>
            </a:bodyPr>
            <a:lstStyle/>
            <a:p>
              <a:pPr marL="171450" indent="-171450">
                <a:buFont typeface="Arial" panose="020B0604020202020204" pitchFamily="34" charset="0"/>
                <a:buChar char="•"/>
              </a:pPr>
              <a:r>
                <a:rPr lang="en-US" sz="1100">
                  <a:latin typeface="+mj-lt"/>
                </a:rPr>
                <a:t>We use the OpenAIs GPT 3.5/4 as it is shown to be most effective </a:t>
              </a:r>
            </a:p>
          </p:txBody>
        </p:sp>
        <p:sp>
          <p:nvSpPr>
            <p:cNvPr id="105" name="Textfeld 41">
              <a:extLst>
                <a:ext uri="{FF2B5EF4-FFF2-40B4-BE49-F238E27FC236}">
                  <a16:creationId xmlns:a16="http://schemas.microsoft.com/office/drawing/2014/main" id="{FD7125C1-C1A7-4437-8C4F-43FD3F9E1029}"/>
                </a:ext>
              </a:extLst>
            </p:cNvPr>
            <p:cNvSpPr txBox="1"/>
            <p:nvPr/>
          </p:nvSpPr>
          <p:spPr>
            <a:xfrm>
              <a:off x="4441877" y="2831930"/>
              <a:ext cx="1906709" cy="756060"/>
            </a:xfrm>
            <a:prstGeom prst="rect">
              <a:avLst/>
            </a:prstGeom>
            <a:noFill/>
          </p:spPr>
          <p:txBody>
            <a:bodyPr wrap="square" lIns="0" tIns="0" rIns="0" bIns="0" rtlCol="0" anchor="t">
              <a:noAutofit/>
            </a:bodyPr>
            <a:lstStyle/>
            <a:p>
              <a:pPr marL="171450" indent="-171450">
                <a:spcAft>
                  <a:spcPts val="300"/>
                </a:spcAft>
                <a:buFont typeface="Arial" panose="020B0604020202020204" pitchFamily="34" charset="0"/>
                <a:buChar char="•"/>
              </a:pPr>
              <a:r>
                <a:rPr lang="en-US" sz="1100">
                  <a:latin typeface="+mj-lt"/>
                </a:rPr>
                <a:t>OpenAI’s API access to deploy GPT 3.5/4 model </a:t>
              </a:r>
            </a:p>
            <a:p>
              <a:pPr marL="171450" indent="-171450">
                <a:spcAft>
                  <a:spcPts val="300"/>
                </a:spcAft>
                <a:buFont typeface="Arial" panose="020B0604020202020204" pitchFamily="34" charset="0"/>
                <a:buChar char="•"/>
              </a:pPr>
              <a:r>
                <a:rPr lang="en-US" sz="1100">
                  <a:latin typeface="+mj-lt"/>
                </a:rPr>
                <a:t>Use of LangChain for pipeline setup, incl. memory buffering</a:t>
              </a:r>
            </a:p>
          </p:txBody>
        </p:sp>
        <p:sp>
          <p:nvSpPr>
            <p:cNvPr id="140" name="Textfeld 41">
              <a:extLst>
                <a:ext uri="{FF2B5EF4-FFF2-40B4-BE49-F238E27FC236}">
                  <a16:creationId xmlns:a16="http://schemas.microsoft.com/office/drawing/2014/main" id="{69679BA2-1C31-4E5C-A648-1C4FE4D44C7D}"/>
                </a:ext>
              </a:extLst>
            </p:cNvPr>
            <p:cNvSpPr txBox="1"/>
            <p:nvPr/>
          </p:nvSpPr>
          <p:spPr>
            <a:xfrm>
              <a:off x="4441877" y="3726885"/>
              <a:ext cx="1906709" cy="756060"/>
            </a:xfrm>
            <a:prstGeom prst="rect">
              <a:avLst/>
            </a:prstGeom>
            <a:noFill/>
          </p:spPr>
          <p:txBody>
            <a:bodyPr wrap="square" lIns="0" tIns="0" rIns="0" bIns="0" rtlCol="0" anchor="t">
              <a:noAutofit/>
            </a:bodyPr>
            <a:lstStyle/>
            <a:p>
              <a:pPr marL="171450" indent="-171450">
                <a:spcAft>
                  <a:spcPts val="300"/>
                </a:spcAft>
                <a:buFont typeface="Arial" panose="020B0604020202020204" pitchFamily="34" charset="0"/>
                <a:buChar char="•"/>
              </a:pPr>
              <a:r>
                <a:rPr lang="en-US" sz="1100">
                  <a:latin typeface="+mj-lt"/>
                </a:rPr>
                <a:t>Works very well as more chatbot like functionality</a:t>
              </a:r>
            </a:p>
            <a:p>
              <a:pPr marL="171450" indent="-171450">
                <a:spcAft>
                  <a:spcPts val="300"/>
                </a:spcAft>
                <a:buFont typeface="Arial" panose="020B0604020202020204" pitchFamily="34" charset="0"/>
                <a:buChar char="•"/>
              </a:pPr>
              <a:r>
                <a:rPr lang="en-US" sz="1100">
                  <a:latin typeface="+mj-lt"/>
                </a:rPr>
                <a:t>Rather costly</a:t>
              </a:r>
            </a:p>
          </p:txBody>
        </p:sp>
      </p:grpSp>
      <p:grpSp>
        <p:nvGrpSpPr>
          <p:cNvPr id="29" name="Group 28">
            <a:extLst>
              <a:ext uri="{FF2B5EF4-FFF2-40B4-BE49-F238E27FC236}">
                <a16:creationId xmlns:a16="http://schemas.microsoft.com/office/drawing/2014/main" id="{79FB1ABB-1F7B-4EDC-AC32-4A3D25C59EE3}"/>
              </a:ext>
            </a:extLst>
          </p:cNvPr>
          <p:cNvGrpSpPr/>
          <p:nvPr/>
        </p:nvGrpSpPr>
        <p:grpSpPr>
          <a:xfrm>
            <a:off x="6746202" y="2059524"/>
            <a:ext cx="1906711" cy="2423421"/>
            <a:chOff x="6746202" y="2059524"/>
            <a:chExt cx="1906711" cy="2423421"/>
          </a:xfrm>
        </p:grpSpPr>
        <p:cxnSp>
          <p:nvCxnSpPr>
            <p:cNvPr id="123" name="Straight Connector 122">
              <a:extLst>
                <a:ext uri="{FF2B5EF4-FFF2-40B4-BE49-F238E27FC236}">
                  <a16:creationId xmlns:a16="http://schemas.microsoft.com/office/drawing/2014/main" id="{23433A30-39FF-4B89-A2C2-9868EE3F235A}"/>
                </a:ext>
              </a:extLst>
            </p:cNvPr>
            <p:cNvCxnSpPr/>
            <p:nvPr/>
          </p:nvCxnSpPr>
          <p:spPr>
            <a:xfrm>
              <a:off x="6746204" y="2758149"/>
              <a:ext cx="1906709" cy="0"/>
            </a:xfrm>
            <a:prstGeom prst="line">
              <a:avLst/>
            </a:prstGeom>
            <a:ln>
              <a:solidFill>
                <a:srgbClr val="D9D9D9"/>
              </a:solidFill>
              <a:prstDash val="sysDash"/>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F19645F4-ADF5-4C3C-BE61-56E58E814E6B}"/>
                </a:ext>
              </a:extLst>
            </p:cNvPr>
            <p:cNvCxnSpPr/>
            <p:nvPr/>
          </p:nvCxnSpPr>
          <p:spPr>
            <a:xfrm>
              <a:off x="6746204" y="3657438"/>
              <a:ext cx="1906709" cy="0"/>
            </a:xfrm>
            <a:prstGeom prst="line">
              <a:avLst/>
            </a:prstGeom>
            <a:ln>
              <a:solidFill>
                <a:srgbClr val="D9D9D9"/>
              </a:solidFill>
              <a:prstDash val="sysDash"/>
            </a:ln>
          </p:spPr>
          <p:style>
            <a:lnRef idx="1">
              <a:schemeClr val="accent1"/>
            </a:lnRef>
            <a:fillRef idx="0">
              <a:schemeClr val="accent1"/>
            </a:fillRef>
            <a:effectRef idx="0">
              <a:schemeClr val="accent1"/>
            </a:effectRef>
            <a:fontRef idx="minor">
              <a:schemeClr val="tx1"/>
            </a:fontRef>
          </p:style>
        </p:cxnSp>
        <p:sp>
          <p:nvSpPr>
            <p:cNvPr id="97" name="Textfeld 55">
              <a:extLst>
                <a:ext uri="{FF2B5EF4-FFF2-40B4-BE49-F238E27FC236}">
                  <a16:creationId xmlns:a16="http://schemas.microsoft.com/office/drawing/2014/main" id="{2ABA3B4B-682E-4AA4-9B70-41E399FF977E}"/>
                </a:ext>
              </a:extLst>
            </p:cNvPr>
            <p:cNvSpPr txBox="1"/>
            <p:nvPr/>
          </p:nvSpPr>
          <p:spPr>
            <a:xfrm>
              <a:off x="6746202" y="2059524"/>
              <a:ext cx="1906709" cy="624843"/>
            </a:xfrm>
            <a:prstGeom prst="rect">
              <a:avLst/>
            </a:prstGeom>
            <a:noFill/>
          </p:spPr>
          <p:txBody>
            <a:bodyPr wrap="square" lIns="0" tIns="0" rIns="0" bIns="0" rtlCol="0" anchor="ctr">
              <a:noAutofit/>
            </a:bodyPr>
            <a:lstStyle/>
            <a:p>
              <a:pPr marL="171450" indent="-171450">
                <a:buFont typeface="Arial" panose="020B0604020202020204" pitchFamily="34" charset="0"/>
                <a:buChar char="•"/>
              </a:pPr>
              <a:r>
                <a:rPr lang="en-US" sz="1100">
                  <a:latin typeface="+mj-lt"/>
                </a:rPr>
                <a:t>LLM based on LLaMa &amp; finetuned on human convos – results close to GPT4</a:t>
              </a:r>
            </a:p>
          </p:txBody>
        </p:sp>
        <p:sp>
          <p:nvSpPr>
            <p:cNvPr id="106" name="Textfeld 52">
              <a:extLst>
                <a:ext uri="{FF2B5EF4-FFF2-40B4-BE49-F238E27FC236}">
                  <a16:creationId xmlns:a16="http://schemas.microsoft.com/office/drawing/2014/main" id="{00A4F597-6ED3-456D-98EC-65FCEB89F2C7}"/>
                </a:ext>
              </a:extLst>
            </p:cNvPr>
            <p:cNvSpPr txBox="1"/>
            <p:nvPr/>
          </p:nvSpPr>
          <p:spPr>
            <a:xfrm>
              <a:off x="6746202" y="2831930"/>
              <a:ext cx="1906709" cy="756060"/>
            </a:xfrm>
            <a:prstGeom prst="rect">
              <a:avLst/>
            </a:prstGeom>
            <a:noFill/>
          </p:spPr>
          <p:txBody>
            <a:bodyPr wrap="square" lIns="0" tIns="0" rIns="0" bIns="0" rtlCol="0" anchor="t">
              <a:noAutofit/>
            </a:bodyPr>
            <a:lstStyle/>
            <a:p>
              <a:pPr marL="171450" indent="-171450">
                <a:spcAft>
                  <a:spcPts val="300"/>
                </a:spcAft>
                <a:buFont typeface="Arial" panose="020B0604020202020204" pitchFamily="34" charset="0"/>
                <a:buChar char="•"/>
              </a:pPr>
              <a:r>
                <a:rPr lang="en-US" sz="1100">
                  <a:latin typeface="+mj-lt"/>
                </a:rPr>
                <a:t>Download weights and run model with GPU in Colab Pro</a:t>
              </a:r>
            </a:p>
            <a:p>
              <a:pPr marL="171450" indent="-171450">
                <a:spcAft>
                  <a:spcPts val="300"/>
                </a:spcAft>
                <a:buFont typeface="Arial" panose="020B0604020202020204" pitchFamily="34" charset="0"/>
                <a:buChar char="•"/>
              </a:pPr>
              <a:r>
                <a:rPr lang="en-US" sz="1100">
                  <a:latin typeface="+mj-lt"/>
                </a:rPr>
                <a:t>Potential use of LangChain for memory buffering </a:t>
              </a:r>
            </a:p>
          </p:txBody>
        </p:sp>
        <p:sp>
          <p:nvSpPr>
            <p:cNvPr id="141" name="Textfeld 52">
              <a:extLst>
                <a:ext uri="{FF2B5EF4-FFF2-40B4-BE49-F238E27FC236}">
                  <a16:creationId xmlns:a16="http://schemas.microsoft.com/office/drawing/2014/main" id="{CFBA10E1-4B53-41D9-B265-EBA2CC1C0469}"/>
                </a:ext>
              </a:extLst>
            </p:cNvPr>
            <p:cNvSpPr txBox="1"/>
            <p:nvPr/>
          </p:nvSpPr>
          <p:spPr>
            <a:xfrm>
              <a:off x="6746202" y="3726885"/>
              <a:ext cx="1906709" cy="756060"/>
            </a:xfrm>
            <a:prstGeom prst="rect">
              <a:avLst/>
            </a:prstGeom>
            <a:noFill/>
          </p:spPr>
          <p:txBody>
            <a:bodyPr wrap="square" lIns="0" tIns="0" rIns="0" bIns="0" rtlCol="0" anchor="t">
              <a:noAutofit/>
            </a:bodyPr>
            <a:lstStyle/>
            <a:p>
              <a:pPr marL="171450" indent="-171450">
                <a:spcAft>
                  <a:spcPts val="300"/>
                </a:spcAft>
                <a:buFont typeface="Arial" panose="020B0604020202020204" pitchFamily="34" charset="0"/>
                <a:buChar char="•"/>
              </a:pPr>
              <a:r>
                <a:rPr lang="en-US" sz="1100">
                  <a:latin typeface="+mj-lt"/>
                </a:rPr>
                <a:t>Good performance despite being smaller model</a:t>
              </a:r>
            </a:p>
            <a:p>
              <a:pPr marL="171450" indent="-171450">
                <a:spcAft>
                  <a:spcPts val="300"/>
                </a:spcAft>
                <a:buFont typeface="Arial" panose="020B0604020202020204" pitchFamily="34" charset="0"/>
                <a:buChar char="•"/>
              </a:pPr>
              <a:r>
                <a:rPr lang="en-US" sz="1100">
                  <a:latin typeface="+mj-lt"/>
                </a:rPr>
                <a:t>Cheaper vs. GPT, but requires  own GPU setup to deploy</a:t>
              </a:r>
            </a:p>
          </p:txBody>
        </p:sp>
      </p:grpSp>
      <p:sp>
        <p:nvSpPr>
          <p:cNvPr id="103" name="Rectangle 102">
            <a:extLst>
              <a:ext uri="{FF2B5EF4-FFF2-40B4-BE49-F238E27FC236}">
                <a16:creationId xmlns:a16="http://schemas.microsoft.com/office/drawing/2014/main" id="{6B9D31BA-373B-4255-959E-6D68007464D0}"/>
              </a:ext>
            </a:extLst>
          </p:cNvPr>
          <p:cNvSpPr/>
          <p:nvPr/>
        </p:nvSpPr>
        <p:spPr>
          <a:xfrm>
            <a:off x="1481563" y="2657638"/>
            <a:ext cx="483672" cy="201021"/>
          </a:xfrm>
          <a:prstGeom prst="rect">
            <a:avLst/>
          </a:prstGeom>
          <a:solidFill>
            <a:srgbClr val="F5F5F5"/>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25465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18947DC-613B-3D0F-0417-BBC60B07CB66}"/>
              </a:ext>
            </a:extLst>
          </p:cNvPr>
          <p:cNvSpPr/>
          <p:nvPr/>
        </p:nvSpPr>
        <p:spPr>
          <a:xfrm>
            <a:off x="0" y="0"/>
            <a:ext cx="9144000" cy="5143500"/>
          </a:xfrm>
          <a:prstGeom prst="rect">
            <a:avLst/>
          </a:prstGeom>
          <a:solidFill>
            <a:srgbClr val="F5F5F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hink-cell data - do not delete" hidden="1">
            <a:extLst>
              <a:ext uri="{FF2B5EF4-FFF2-40B4-BE49-F238E27FC236}">
                <a16:creationId xmlns:a16="http://schemas.microsoft.com/office/drawing/2014/main" id="{E7D138A2-4B6A-4E6F-BEF5-BC440E144BE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6" name="think-cell data - do not delete" hidden="1">
                        <a:extLst>
                          <a:ext uri="{FF2B5EF4-FFF2-40B4-BE49-F238E27FC236}">
                            <a16:creationId xmlns:a16="http://schemas.microsoft.com/office/drawing/2014/main" id="{E7D138A2-4B6A-4E6F-BEF5-BC440E144BE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D971C2A-4AC5-425D-9B83-3A48A48085CF}"/>
              </a:ext>
            </a:extLst>
          </p:cNvPr>
          <p:cNvSpPr>
            <a:spLocks noGrp="1"/>
          </p:cNvSpPr>
          <p:nvPr>
            <p:ph type="title"/>
          </p:nvPr>
        </p:nvSpPr>
        <p:spPr>
          <a:xfrm>
            <a:off x="2786743" y="376238"/>
            <a:ext cx="5998482" cy="609662"/>
          </a:xfrm>
        </p:spPr>
        <p:txBody>
          <a:bodyPr vert="horz"/>
          <a:lstStyle/>
          <a:p>
            <a:r>
              <a:rPr lang="de-CH" b="1">
                <a:solidFill>
                  <a:schemeClr val="accent1"/>
                </a:solidFill>
              </a:rPr>
              <a:t>Project approach | </a:t>
            </a:r>
            <a:r>
              <a:rPr lang="de-CH"/>
              <a:t>Evaluation of models </a:t>
            </a:r>
            <a:br>
              <a:rPr lang="de-CH"/>
            </a:br>
            <a:r>
              <a:rPr lang="de-CH"/>
              <a:t>&amp; pipeline</a:t>
            </a:r>
            <a:endParaRPr lang="en-US"/>
          </a:p>
        </p:txBody>
      </p:sp>
      <p:sp>
        <p:nvSpPr>
          <p:cNvPr id="12" name="Arrow: Pentagon 11">
            <a:extLst>
              <a:ext uri="{FF2B5EF4-FFF2-40B4-BE49-F238E27FC236}">
                <a16:creationId xmlns:a16="http://schemas.microsoft.com/office/drawing/2014/main" id="{C1FC937D-B357-4032-B4C2-0004B990AF28}"/>
              </a:ext>
            </a:extLst>
          </p:cNvPr>
          <p:cNvSpPr/>
          <p:nvPr/>
        </p:nvSpPr>
        <p:spPr>
          <a:xfrm>
            <a:off x="0" y="0"/>
            <a:ext cx="2411413" cy="5143500"/>
          </a:xfrm>
          <a:prstGeom prst="homePlate">
            <a:avLst>
              <a:gd name="adj" fmla="val 1208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E96CFCB-DE1F-47DC-A15A-CCC2A0537C9F}"/>
              </a:ext>
            </a:extLst>
          </p:cNvPr>
          <p:cNvSpPr/>
          <p:nvPr/>
        </p:nvSpPr>
        <p:spPr>
          <a:xfrm>
            <a:off x="358774" y="735013"/>
            <a:ext cx="1807816" cy="4032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1200"/>
              </a:spcAft>
            </a:pPr>
            <a:r>
              <a:rPr lang="en-US" sz="1600"/>
              <a:t>Evaluating AI chatbots is </a:t>
            </a:r>
            <a:r>
              <a:rPr lang="en-US" sz="1600" b="1">
                <a:solidFill>
                  <a:schemeClr val="accent2"/>
                </a:solidFill>
              </a:rPr>
              <a:t>challenging</a:t>
            </a:r>
            <a:r>
              <a:rPr lang="en-US" sz="1600"/>
              <a:t> and requires examining </a:t>
            </a:r>
            <a:r>
              <a:rPr lang="en-US" sz="1600">
                <a:solidFill>
                  <a:schemeClr val="bg1"/>
                </a:solidFill>
              </a:rPr>
              <a:t>language understanding, reasoning, and context awareness</a:t>
            </a:r>
          </a:p>
          <a:p>
            <a:pPr>
              <a:spcAft>
                <a:spcPts val="1200"/>
              </a:spcAft>
            </a:pPr>
            <a:r>
              <a:rPr lang="en-US" sz="1600">
                <a:solidFill>
                  <a:schemeClr val="bg1"/>
                </a:solidFill>
              </a:rPr>
              <a:t>It still remains an </a:t>
            </a:r>
            <a:r>
              <a:rPr lang="en-US" sz="1600" b="1">
                <a:solidFill>
                  <a:schemeClr val="accent2"/>
                </a:solidFill>
              </a:rPr>
              <a:t>open question </a:t>
            </a:r>
            <a:r>
              <a:rPr lang="en-US" sz="1600">
                <a:solidFill>
                  <a:schemeClr val="bg1"/>
                </a:solidFill>
              </a:rPr>
              <a:t>requiring further research</a:t>
            </a:r>
            <a:endParaRPr lang="en-US" sz="1600"/>
          </a:p>
          <a:p>
            <a:pPr>
              <a:spcAft>
                <a:spcPts val="1200"/>
              </a:spcAft>
            </a:pPr>
            <a:r>
              <a:rPr lang="en-US" sz="1600"/>
              <a:t>We will take </a:t>
            </a:r>
            <a:r>
              <a:rPr lang="en-US" sz="1600" b="1">
                <a:solidFill>
                  <a:schemeClr val="accent2"/>
                </a:solidFill>
              </a:rPr>
              <a:t>two approaches</a:t>
            </a:r>
            <a:r>
              <a:rPr lang="en-US" sz="1600"/>
              <a:t>: </a:t>
            </a:r>
          </a:p>
          <a:p>
            <a:endParaRPr lang="en-US" sz="1600"/>
          </a:p>
        </p:txBody>
      </p:sp>
      <p:sp>
        <p:nvSpPr>
          <p:cNvPr id="23" name="Right Triangle 22">
            <a:extLst>
              <a:ext uri="{FF2B5EF4-FFF2-40B4-BE49-F238E27FC236}">
                <a16:creationId xmlns:a16="http://schemas.microsoft.com/office/drawing/2014/main" id="{FE8755FC-C0FC-4ECC-9D26-5ED0DE3AC3F9}"/>
              </a:ext>
            </a:extLst>
          </p:cNvPr>
          <p:cNvSpPr/>
          <p:nvPr/>
        </p:nvSpPr>
        <p:spPr>
          <a:xfrm rot="10800000">
            <a:off x="8216900" y="1"/>
            <a:ext cx="927100" cy="927100"/>
          </a:xfrm>
          <a:prstGeom prst="rtTriangle">
            <a:avLst/>
          </a:prstGeom>
          <a:solidFill>
            <a:schemeClr val="accent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B1F8AC2-FFD7-462F-ADE1-F8517D829020}"/>
              </a:ext>
            </a:extLst>
          </p:cNvPr>
          <p:cNvSpPr/>
          <p:nvPr/>
        </p:nvSpPr>
        <p:spPr>
          <a:xfrm>
            <a:off x="6292851" y="101599"/>
            <a:ext cx="1924050" cy="141289"/>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r"/>
            <a:r>
              <a:rPr lang="en-US" sz="900">
                <a:solidFill>
                  <a:schemeClr val="tx1"/>
                </a:solidFill>
              </a:rPr>
              <a:t>Evaluation of models &amp; pipelines</a:t>
            </a:r>
          </a:p>
        </p:txBody>
      </p:sp>
      <p:pic>
        <p:nvPicPr>
          <p:cNvPr id="26" name="Picture 25">
            <a:extLst>
              <a:ext uri="{FF2B5EF4-FFF2-40B4-BE49-F238E27FC236}">
                <a16:creationId xmlns:a16="http://schemas.microsoft.com/office/drawing/2014/main" id="{028EE123-A4F5-4F49-AEE0-55F076999E3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710989" y="77372"/>
            <a:ext cx="344112" cy="344112"/>
          </a:xfrm>
          <a:prstGeom prst="rect">
            <a:avLst/>
          </a:prstGeom>
        </p:spPr>
      </p:pic>
      <p:sp>
        <p:nvSpPr>
          <p:cNvPr id="37" name="Rectangle 36">
            <a:extLst>
              <a:ext uri="{FF2B5EF4-FFF2-40B4-BE49-F238E27FC236}">
                <a16:creationId xmlns:a16="http://schemas.microsoft.com/office/drawing/2014/main" id="{6FD7894E-7EBF-4F67-8CF4-990F8C223504}"/>
              </a:ext>
            </a:extLst>
          </p:cNvPr>
          <p:cNvSpPr/>
          <p:nvPr/>
        </p:nvSpPr>
        <p:spPr>
          <a:xfrm>
            <a:off x="2786743" y="2797325"/>
            <a:ext cx="2841813" cy="136698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endParaRPr lang="en-US"/>
          </a:p>
        </p:txBody>
      </p:sp>
      <p:grpSp>
        <p:nvGrpSpPr>
          <p:cNvPr id="11" name="Group 10">
            <a:extLst>
              <a:ext uri="{FF2B5EF4-FFF2-40B4-BE49-F238E27FC236}">
                <a16:creationId xmlns:a16="http://schemas.microsoft.com/office/drawing/2014/main" id="{B92C7F1D-E7D1-4D24-AEF3-94D33BB41DBD}"/>
              </a:ext>
            </a:extLst>
          </p:cNvPr>
          <p:cNvGrpSpPr/>
          <p:nvPr/>
        </p:nvGrpSpPr>
        <p:grpSpPr>
          <a:xfrm>
            <a:off x="2786742" y="2797326"/>
            <a:ext cx="2841813" cy="1787656"/>
            <a:chOff x="2786742" y="2797326"/>
            <a:chExt cx="2841813" cy="1787656"/>
          </a:xfrm>
        </p:grpSpPr>
        <p:sp>
          <p:nvSpPr>
            <p:cNvPr id="39" name="Rectangle 38">
              <a:extLst>
                <a:ext uri="{FF2B5EF4-FFF2-40B4-BE49-F238E27FC236}">
                  <a16:creationId xmlns:a16="http://schemas.microsoft.com/office/drawing/2014/main" id="{F41312AC-BBE0-4614-8840-AD95EC9F2B03}"/>
                </a:ext>
              </a:extLst>
            </p:cNvPr>
            <p:cNvSpPr/>
            <p:nvPr/>
          </p:nvSpPr>
          <p:spPr>
            <a:xfrm>
              <a:off x="2786742" y="2797326"/>
              <a:ext cx="2841813" cy="700618"/>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37440" rtlCol="0" anchor="t"/>
            <a:lstStyle/>
            <a:p>
              <a:pPr marL="285750" indent="-285750">
                <a:spcAft>
                  <a:spcPts val="600"/>
                </a:spcAft>
                <a:buFont typeface="Arial" panose="020B0604020202020204" pitchFamily="34" charset="0"/>
                <a:buChar char="•"/>
              </a:pPr>
              <a:r>
                <a:rPr lang="en-US">
                  <a:solidFill>
                    <a:schemeClr val="tx1"/>
                  </a:solidFill>
                </a:rPr>
                <a:t>Manually verify if chatbot provides legally correct &amp; pertinent responses to user query</a:t>
              </a:r>
            </a:p>
            <a:p>
              <a:pPr marL="285750" indent="-285750">
                <a:spcAft>
                  <a:spcPts val="600"/>
                </a:spcAft>
                <a:buFont typeface="Arial" panose="020B0604020202020204" pitchFamily="34" charset="0"/>
                <a:buChar char="•"/>
              </a:pPr>
              <a:endParaRPr lang="en-US">
                <a:solidFill>
                  <a:schemeClr val="tx1"/>
                </a:solidFill>
              </a:endParaRPr>
            </a:p>
          </p:txBody>
        </p:sp>
        <p:grpSp>
          <p:nvGrpSpPr>
            <p:cNvPr id="8" name="Group 7">
              <a:extLst>
                <a:ext uri="{FF2B5EF4-FFF2-40B4-BE49-F238E27FC236}">
                  <a16:creationId xmlns:a16="http://schemas.microsoft.com/office/drawing/2014/main" id="{DDAD4E55-A03D-4984-9223-F7C6E120E77D}"/>
                </a:ext>
              </a:extLst>
            </p:cNvPr>
            <p:cNvGrpSpPr/>
            <p:nvPr/>
          </p:nvGrpSpPr>
          <p:grpSpPr>
            <a:xfrm>
              <a:off x="2881698" y="3705453"/>
              <a:ext cx="2651905" cy="879529"/>
              <a:chOff x="2881698" y="3705453"/>
              <a:chExt cx="2651905" cy="879529"/>
            </a:xfrm>
          </p:grpSpPr>
          <p:cxnSp>
            <p:nvCxnSpPr>
              <p:cNvPr id="42" name="Straight Connector 41">
                <a:extLst>
                  <a:ext uri="{FF2B5EF4-FFF2-40B4-BE49-F238E27FC236}">
                    <a16:creationId xmlns:a16="http://schemas.microsoft.com/office/drawing/2014/main" id="{BECE487F-1CEE-4C31-8907-AEB2A0F48F93}"/>
                  </a:ext>
                </a:extLst>
              </p:cNvPr>
              <p:cNvCxnSpPr>
                <a:cxnSpLocks/>
              </p:cNvCxnSpPr>
              <p:nvPr/>
            </p:nvCxnSpPr>
            <p:spPr>
              <a:xfrm rot="5400000">
                <a:off x="4207651" y="2567174"/>
                <a:ext cx="0" cy="2583466"/>
              </a:xfrm>
              <a:prstGeom prst="line">
                <a:avLst/>
              </a:prstGeom>
              <a:ln w="6350" cap="flat" cmpd="sng" algn="ctr">
                <a:solidFill>
                  <a:srgbClr val="808080"/>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43" name="Group 42">
                <a:extLst>
                  <a:ext uri="{FF2B5EF4-FFF2-40B4-BE49-F238E27FC236}">
                    <a16:creationId xmlns:a16="http://schemas.microsoft.com/office/drawing/2014/main" id="{F6B0EF55-6069-4883-B080-43A679F836E2}"/>
                  </a:ext>
                </a:extLst>
              </p:cNvPr>
              <p:cNvGrpSpPr>
                <a:grpSpLocks noChangeAspect="1"/>
              </p:cNvGrpSpPr>
              <p:nvPr/>
            </p:nvGrpSpPr>
            <p:grpSpPr>
              <a:xfrm rot="5400000">
                <a:off x="4054197" y="3705453"/>
                <a:ext cx="306910" cy="306910"/>
                <a:chOff x="982662" y="1847850"/>
                <a:chExt cx="269875" cy="269875"/>
              </a:xfrm>
            </p:grpSpPr>
            <p:sp>
              <p:nvSpPr>
                <p:cNvPr id="44" name="Oval 43">
                  <a:extLst>
                    <a:ext uri="{FF2B5EF4-FFF2-40B4-BE49-F238E27FC236}">
                      <a16:creationId xmlns:a16="http://schemas.microsoft.com/office/drawing/2014/main" id="{5F0A33FF-1D05-4C35-B12D-0C7B0395555E}"/>
                    </a:ext>
                  </a:extLst>
                </p:cNvPr>
                <p:cNvSpPr>
                  <a:spLocks noChangeArrowheads="1"/>
                </p:cNvSpPr>
                <p:nvPr/>
              </p:nvSpPr>
              <p:spPr bwMode="auto">
                <a:xfrm>
                  <a:off x="982662" y="1847850"/>
                  <a:ext cx="269875" cy="269875"/>
                </a:xfrm>
                <a:prstGeom prst="ellipse">
                  <a:avLst/>
                </a:prstGeom>
                <a:solidFill>
                  <a:schemeClr val="accent1"/>
                </a:solidFill>
                <a:ln w="12700" cap="flat" cmpd="sng" algn="ctr">
                  <a:solidFill>
                    <a:schemeClr val="bg2"/>
                  </a:solidFill>
                  <a:prstDash val="solid"/>
                  <a:round/>
                  <a:headEnd type="none" w="med" len="med"/>
                  <a:tailEnd type="none" w="med" len="me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5" name="Freeform 51">
                  <a:extLst>
                    <a:ext uri="{FF2B5EF4-FFF2-40B4-BE49-F238E27FC236}">
                      <a16:creationId xmlns:a16="http://schemas.microsoft.com/office/drawing/2014/main" id="{5B768977-5351-4DA0-AA05-86D62E92E763}"/>
                    </a:ext>
                  </a:extLst>
                </p:cNvPr>
                <p:cNvSpPr>
                  <a:spLocks/>
                </p:cNvSpPr>
                <p:nvPr/>
              </p:nvSpPr>
              <p:spPr bwMode="auto">
                <a:xfrm>
                  <a:off x="1082675" y="1895475"/>
                  <a:ext cx="96837" cy="174625"/>
                </a:xfrm>
                <a:custGeom>
                  <a:avLst/>
                  <a:gdLst>
                    <a:gd name="T0" fmla="*/ 6 w 61"/>
                    <a:gd name="T1" fmla="*/ 0 h 110"/>
                    <a:gd name="T2" fmla="*/ 0 w 61"/>
                    <a:gd name="T3" fmla="*/ 7 h 110"/>
                    <a:gd name="T4" fmla="*/ 48 w 61"/>
                    <a:gd name="T5" fmla="*/ 55 h 110"/>
                    <a:gd name="T6" fmla="*/ 0 w 61"/>
                    <a:gd name="T7" fmla="*/ 104 h 110"/>
                    <a:gd name="T8" fmla="*/ 6 w 61"/>
                    <a:gd name="T9" fmla="*/ 110 h 110"/>
                    <a:gd name="T10" fmla="*/ 54 w 61"/>
                    <a:gd name="T11" fmla="*/ 62 h 110"/>
                    <a:gd name="T12" fmla="*/ 61 w 61"/>
                    <a:gd name="T13" fmla="*/ 55 h 110"/>
                    <a:gd name="T14" fmla="*/ 54 w 61"/>
                    <a:gd name="T15" fmla="*/ 49 h 110"/>
                    <a:gd name="T16" fmla="*/ 6 w 61"/>
                    <a:gd name="T17"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110">
                      <a:moveTo>
                        <a:pt x="6" y="0"/>
                      </a:moveTo>
                      <a:lnTo>
                        <a:pt x="0" y="7"/>
                      </a:lnTo>
                      <a:lnTo>
                        <a:pt x="48" y="55"/>
                      </a:lnTo>
                      <a:lnTo>
                        <a:pt x="0" y="104"/>
                      </a:lnTo>
                      <a:lnTo>
                        <a:pt x="6" y="110"/>
                      </a:lnTo>
                      <a:lnTo>
                        <a:pt x="54" y="62"/>
                      </a:lnTo>
                      <a:lnTo>
                        <a:pt x="61" y="55"/>
                      </a:lnTo>
                      <a:lnTo>
                        <a:pt x="54" y="49"/>
                      </a:lnTo>
                      <a:lnTo>
                        <a:pt x="6"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sp>
            <p:nvSpPr>
              <p:cNvPr id="51" name="Rectangle 50">
                <a:extLst>
                  <a:ext uri="{FF2B5EF4-FFF2-40B4-BE49-F238E27FC236}">
                    <a16:creationId xmlns:a16="http://schemas.microsoft.com/office/drawing/2014/main" id="{96BC74CB-689F-4343-9748-FE03CB71E53E}"/>
                  </a:ext>
                </a:extLst>
              </p:cNvPr>
              <p:cNvSpPr/>
              <p:nvPr/>
            </p:nvSpPr>
            <p:spPr>
              <a:xfrm>
                <a:off x="2881698" y="4104573"/>
                <a:ext cx="2651905" cy="480409"/>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accent1"/>
                    </a:solidFill>
                  </a:rPr>
                  <a:t>Binary classification (quantitative) of question into good and bad</a:t>
                </a:r>
              </a:p>
            </p:txBody>
          </p:sp>
        </p:grpSp>
      </p:grpSp>
      <p:grpSp>
        <p:nvGrpSpPr>
          <p:cNvPr id="14" name="Group 13">
            <a:extLst>
              <a:ext uri="{FF2B5EF4-FFF2-40B4-BE49-F238E27FC236}">
                <a16:creationId xmlns:a16="http://schemas.microsoft.com/office/drawing/2014/main" id="{2F59B61A-EB37-4F30-B636-B19FBC298FD2}"/>
              </a:ext>
            </a:extLst>
          </p:cNvPr>
          <p:cNvGrpSpPr/>
          <p:nvPr/>
        </p:nvGrpSpPr>
        <p:grpSpPr>
          <a:xfrm>
            <a:off x="5899490" y="2797326"/>
            <a:ext cx="2841813" cy="1787655"/>
            <a:chOff x="5899490" y="2797326"/>
            <a:chExt cx="2841813" cy="1787655"/>
          </a:xfrm>
        </p:grpSpPr>
        <p:sp>
          <p:nvSpPr>
            <p:cNvPr id="38" name="Rectangle 37">
              <a:extLst>
                <a:ext uri="{FF2B5EF4-FFF2-40B4-BE49-F238E27FC236}">
                  <a16:creationId xmlns:a16="http://schemas.microsoft.com/office/drawing/2014/main" id="{C5B8517F-9CD3-4ED4-ADE4-C4DABA940FB5}"/>
                </a:ext>
              </a:extLst>
            </p:cNvPr>
            <p:cNvSpPr/>
            <p:nvPr/>
          </p:nvSpPr>
          <p:spPr>
            <a:xfrm>
              <a:off x="5899490" y="2797326"/>
              <a:ext cx="2841813" cy="700618"/>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37440" rtlCol="0" anchor="t"/>
            <a:lstStyle/>
            <a:p>
              <a:pPr marL="285750" indent="-285750">
                <a:buFont typeface="Arial" panose="020B0604020202020204" pitchFamily="34" charset="0"/>
                <a:buChar char="•"/>
              </a:pPr>
              <a:r>
                <a:rPr lang="en-US">
                  <a:solidFill>
                    <a:schemeClr val="tx1"/>
                  </a:solidFill>
                </a:rPr>
                <a:t>Use GPT-4 with predefined query asking for evaluation of answers by LLMs</a:t>
              </a:r>
            </a:p>
          </p:txBody>
        </p:sp>
        <p:grpSp>
          <p:nvGrpSpPr>
            <p:cNvPr id="9" name="Group 8">
              <a:extLst>
                <a:ext uri="{FF2B5EF4-FFF2-40B4-BE49-F238E27FC236}">
                  <a16:creationId xmlns:a16="http://schemas.microsoft.com/office/drawing/2014/main" id="{C95DD51D-7922-4344-ABA8-BC60243A9100}"/>
                </a:ext>
              </a:extLst>
            </p:cNvPr>
            <p:cNvGrpSpPr/>
            <p:nvPr/>
          </p:nvGrpSpPr>
          <p:grpSpPr>
            <a:xfrm>
              <a:off x="6028665" y="3705453"/>
              <a:ext cx="2583466" cy="879528"/>
              <a:chOff x="6028665" y="3705453"/>
              <a:chExt cx="2583466" cy="879528"/>
            </a:xfrm>
          </p:grpSpPr>
          <p:cxnSp>
            <p:nvCxnSpPr>
              <p:cNvPr id="47" name="Straight Connector 46">
                <a:extLst>
                  <a:ext uri="{FF2B5EF4-FFF2-40B4-BE49-F238E27FC236}">
                    <a16:creationId xmlns:a16="http://schemas.microsoft.com/office/drawing/2014/main" id="{974E7D66-CBD8-4225-A78D-6544FF3E5888}"/>
                  </a:ext>
                </a:extLst>
              </p:cNvPr>
              <p:cNvCxnSpPr>
                <a:cxnSpLocks/>
              </p:cNvCxnSpPr>
              <p:nvPr/>
            </p:nvCxnSpPr>
            <p:spPr>
              <a:xfrm rot="5400000">
                <a:off x="7320398" y="2567174"/>
                <a:ext cx="0" cy="2583466"/>
              </a:xfrm>
              <a:prstGeom prst="line">
                <a:avLst/>
              </a:prstGeom>
              <a:ln w="6350" cap="flat" cmpd="sng" algn="ctr">
                <a:solidFill>
                  <a:srgbClr val="808080"/>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A63D3805-DBE9-4B7B-ACE9-1619A1624377}"/>
                  </a:ext>
                </a:extLst>
              </p:cNvPr>
              <p:cNvGrpSpPr>
                <a:grpSpLocks noChangeAspect="1"/>
              </p:cNvGrpSpPr>
              <p:nvPr/>
            </p:nvGrpSpPr>
            <p:grpSpPr>
              <a:xfrm rot="5400000">
                <a:off x="7166943" y="3705453"/>
                <a:ext cx="306910" cy="306910"/>
                <a:chOff x="982662" y="1847850"/>
                <a:chExt cx="269875" cy="269875"/>
              </a:xfrm>
            </p:grpSpPr>
            <p:sp>
              <p:nvSpPr>
                <p:cNvPr id="49" name="Oval 48">
                  <a:extLst>
                    <a:ext uri="{FF2B5EF4-FFF2-40B4-BE49-F238E27FC236}">
                      <a16:creationId xmlns:a16="http://schemas.microsoft.com/office/drawing/2014/main" id="{021F192D-0AB4-4A61-8D3B-A2EB809147FB}"/>
                    </a:ext>
                  </a:extLst>
                </p:cNvPr>
                <p:cNvSpPr>
                  <a:spLocks noChangeArrowheads="1"/>
                </p:cNvSpPr>
                <p:nvPr/>
              </p:nvSpPr>
              <p:spPr bwMode="auto">
                <a:xfrm>
                  <a:off x="982662" y="1847850"/>
                  <a:ext cx="269875" cy="269875"/>
                </a:xfrm>
                <a:prstGeom prst="ellipse">
                  <a:avLst/>
                </a:prstGeom>
                <a:solidFill>
                  <a:schemeClr val="accent1"/>
                </a:solidFill>
                <a:ln w="12700" cap="flat" cmpd="sng" algn="ctr">
                  <a:solidFill>
                    <a:schemeClr val="bg2"/>
                  </a:solidFill>
                  <a:prstDash val="solid"/>
                  <a:round/>
                  <a:headEnd type="none" w="med" len="med"/>
                  <a:tailEnd type="none" w="med" len="me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0" name="Freeform 51">
                  <a:extLst>
                    <a:ext uri="{FF2B5EF4-FFF2-40B4-BE49-F238E27FC236}">
                      <a16:creationId xmlns:a16="http://schemas.microsoft.com/office/drawing/2014/main" id="{71EFD9BF-882E-4637-86AC-6B34A4110EA3}"/>
                    </a:ext>
                  </a:extLst>
                </p:cNvPr>
                <p:cNvSpPr>
                  <a:spLocks/>
                </p:cNvSpPr>
                <p:nvPr/>
              </p:nvSpPr>
              <p:spPr bwMode="auto">
                <a:xfrm>
                  <a:off x="1082675" y="1895475"/>
                  <a:ext cx="96837" cy="174625"/>
                </a:xfrm>
                <a:custGeom>
                  <a:avLst/>
                  <a:gdLst>
                    <a:gd name="T0" fmla="*/ 6 w 61"/>
                    <a:gd name="T1" fmla="*/ 0 h 110"/>
                    <a:gd name="T2" fmla="*/ 0 w 61"/>
                    <a:gd name="T3" fmla="*/ 7 h 110"/>
                    <a:gd name="T4" fmla="*/ 48 w 61"/>
                    <a:gd name="T5" fmla="*/ 55 h 110"/>
                    <a:gd name="T6" fmla="*/ 0 w 61"/>
                    <a:gd name="T7" fmla="*/ 104 h 110"/>
                    <a:gd name="T8" fmla="*/ 6 w 61"/>
                    <a:gd name="T9" fmla="*/ 110 h 110"/>
                    <a:gd name="T10" fmla="*/ 54 w 61"/>
                    <a:gd name="T11" fmla="*/ 62 h 110"/>
                    <a:gd name="T12" fmla="*/ 61 w 61"/>
                    <a:gd name="T13" fmla="*/ 55 h 110"/>
                    <a:gd name="T14" fmla="*/ 54 w 61"/>
                    <a:gd name="T15" fmla="*/ 49 h 110"/>
                    <a:gd name="T16" fmla="*/ 6 w 61"/>
                    <a:gd name="T17"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110">
                      <a:moveTo>
                        <a:pt x="6" y="0"/>
                      </a:moveTo>
                      <a:lnTo>
                        <a:pt x="0" y="7"/>
                      </a:lnTo>
                      <a:lnTo>
                        <a:pt x="48" y="55"/>
                      </a:lnTo>
                      <a:lnTo>
                        <a:pt x="0" y="104"/>
                      </a:lnTo>
                      <a:lnTo>
                        <a:pt x="6" y="110"/>
                      </a:lnTo>
                      <a:lnTo>
                        <a:pt x="54" y="62"/>
                      </a:lnTo>
                      <a:lnTo>
                        <a:pt x="61" y="55"/>
                      </a:lnTo>
                      <a:lnTo>
                        <a:pt x="54" y="49"/>
                      </a:lnTo>
                      <a:lnTo>
                        <a:pt x="6"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sp>
            <p:nvSpPr>
              <p:cNvPr id="52" name="Rectangle 51">
                <a:extLst>
                  <a:ext uri="{FF2B5EF4-FFF2-40B4-BE49-F238E27FC236}">
                    <a16:creationId xmlns:a16="http://schemas.microsoft.com/office/drawing/2014/main" id="{3B85CCB6-7196-4A56-B7F7-A5A996FA86C7}"/>
                  </a:ext>
                </a:extLst>
              </p:cNvPr>
              <p:cNvSpPr/>
              <p:nvPr/>
            </p:nvSpPr>
            <p:spPr>
              <a:xfrm>
                <a:off x="6114986" y="4104572"/>
                <a:ext cx="2410823" cy="480409"/>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accent1"/>
                    </a:solidFill>
                  </a:rPr>
                  <a:t>Qualitative and quantitative (score) evaluation of answers</a:t>
                </a:r>
              </a:p>
            </p:txBody>
          </p:sp>
        </p:grpSp>
      </p:grpSp>
      <p:grpSp>
        <p:nvGrpSpPr>
          <p:cNvPr id="20" name="Group 19">
            <a:extLst>
              <a:ext uri="{FF2B5EF4-FFF2-40B4-BE49-F238E27FC236}">
                <a16:creationId xmlns:a16="http://schemas.microsoft.com/office/drawing/2014/main" id="{DBEE8A77-5F83-40EE-98CE-AF18E8E3C35F}"/>
              </a:ext>
            </a:extLst>
          </p:cNvPr>
          <p:cNvGrpSpPr/>
          <p:nvPr/>
        </p:nvGrpSpPr>
        <p:grpSpPr>
          <a:xfrm>
            <a:off x="2786742" y="1447652"/>
            <a:ext cx="5998483" cy="1174211"/>
            <a:chOff x="2786742" y="1447652"/>
            <a:chExt cx="5998483" cy="1174211"/>
          </a:xfrm>
        </p:grpSpPr>
        <p:sp>
          <p:nvSpPr>
            <p:cNvPr id="5" name="Rectangle 4">
              <a:extLst>
                <a:ext uri="{FF2B5EF4-FFF2-40B4-BE49-F238E27FC236}">
                  <a16:creationId xmlns:a16="http://schemas.microsoft.com/office/drawing/2014/main" id="{D536B2EB-C56A-B189-C27D-95C8B1BBCFAD}"/>
                </a:ext>
              </a:extLst>
            </p:cNvPr>
            <p:cNvSpPr/>
            <p:nvPr/>
          </p:nvSpPr>
          <p:spPr>
            <a:xfrm>
              <a:off x="2786743" y="2152066"/>
              <a:ext cx="2841813" cy="368201"/>
            </a:xfrm>
            <a:prstGeom prst="rect">
              <a:avLst/>
            </a:prstGeom>
            <a:noFill/>
            <a:ln>
              <a:noFill/>
            </a:ln>
            <a:extLst>
              <a:ext uri="{909E8E84-426E-40DD-AFC4-6F175D3DCCD1}">
                <a14:hiddenFill xmlns:a14="http://schemas.microsoft.com/office/drawing/2010/main">
                  <a:solidFill>
                    <a:srgbClr val="00802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GB" sz="1600" b="1">
                  <a:solidFill>
                    <a:schemeClr val="accent1"/>
                  </a:solidFill>
                </a:rPr>
                <a:t>Manual Evaluation</a:t>
              </a:r>
            </a:p>
          </p:txBody>
        </p:sp>
        <p:sp>
          <p:nvSpPr>
            <p:cNvPr id="33" name="Oval 32">
              <a:extLst>
                <a:ext uri="{FF2B5EF4-FFF2-40B4-BE49-F238E27FC236}">
                  <a16:creationId xmlns:a16="http://schemas.microsoft.com/office/drawing/2014/main" id="{14954263-48C7-404C-9C54-0BA3F5D023FC}"/>
                </a:ext>
              </a:extLst>
            </p:cNvPr>
            <p:cNvSpPr/>
            <p:nvPr/>
          </p:nvSpPr>
          <p:spPr>
            <a:xfrm>
              <a:off x="2786742" y="1447652"/>
              <a:ext cx="662095" cy="662095"/>
            </a:xfrm>
            <a:prstGeom prst="ellipse">
              <a:avLst/>
            </a:prstGeom>
            <a:solidFill>
              <a:schemeClr val="bg2"/>
            </a:solidFill>
            <a:ln w="12700" cap="flat" cmpd="sng" algn="ctr">
              <a:solidFill>
                <a:schemeClr val="accent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1BFE13F2-5F99-B002-A729-57237D947465}"/>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2842604" y="1503515"/>
              <a:ext cx="550370" cy="550370"/>
            </a:xfrm>
            <a:prstGeom prst="rect">
              <a:avLst/>
            </a:prstGeom>
          </p:spPr>
        </p:pic>
        <p:cxnSp>
          <p:nvCxnSpPr>
            <p:cNvPr id="29" name="Straight Connector 28">
              <a:extLst>
                <a:ext uri="{FF2B5EF4-FFF2-40B4-BE49-F238E27FC236}">
                  <a16:creationId xmlns:a16="http://schemas.microsoft.com/office/drawing/2014/main" id="{F556D34D-C50E-4CA6-AA0B-E04EE807CEFD}"/>
                </a:ext>
              </a:extLst>
            </p:cNvPr>
            <p:cNvCxnSpPr/>
            <p:nvPr/>
          </p:nvCxnSpPr>
          <p:spPr>
            <a:xfrm>
              <a:off x="2786743" y="2621863"/>
              <a:ext cx="284181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16E16E1-6277-4D84-85B6-7453DF0BAF1A}"/>
                </a:ext>
              </a:extLst>
            </p:cNvPr>
            <p:cNvCxnSpPr/>
            <p:nvPr/>
          </p:nvCxnSpPr>
          <p:spPr>
            <a:xfrm>
              <a:off x="5899490" y="2621863"/>
              <a:ext cx="2841813"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C11A2F40-4169-8C0A-FC48-B8F722EA6B6A}"/>
                </a:ext>
              </a:extLst>
            </p:cNvPr>
            <p:cNvSpPr/>
            <p:nvPr/>
          </p:nvSpPr>
          <p:spPr>
            <a:xfrm>
              <a:off x="5855568" y="2152069"/>
              <a:ext cx="2929657" cy="368196"/>
            </a:xfrm>
            <a:prstGeom prst="rect">
              <a:avLst/>
            </a:prstGeom>
            <a:noFill/>
            <a:ln>
              <a:noFill/>
            </a:ln>
            <a:extLst>
              <a:ext uri="{909E8E84-426E-40DD-AFC4-6F175D3DCCD1}">
                <a14:hiddenFill xmlns:a14="http://schemas.microsoft.com/office/drawing/2010/main">
                  <a:solidFill>
                    <a:srgbClr val="00802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en-GB" sz="1600" b="1">
                <a:solidFill>
                  <a:schemeClr val="accent1"/>
                </a:solidFill>
              </a:endParaRPr>
            </a:p>
            <a:p>
              <a:r>
                <a:rPr lang="en-GB" sz="1600" b="1">
                  <a:solidFill>
                    <a:schemeClr val="accent1"/>
                  </a:solidFill>
                </a:rPr>
                <a:t>GPT-4 Evaluation</a:t>
              </a:r>
            </a:p>
            <a:p>
              <a:endParaRPr lang="en-GB" sz="1600" b="1">
                <a:solidFill>
                  <a:schemeClr val="accent1"/>
                </a:solidFill>
              </a:endParaRPr>
            </a:p>
          </p:txBody>
        </p:sp>
        <p:grpSp>
          <p:nvGrpSpPr>
            <p:cNvPr id="36" name="Group 35">
              <a:extLst>
                <a:ext uri="{FF2B5EF4-FFF2-40B4-BE49-F238E27FC236}">
                  <a16:creationId xmlns:a16="http://schemas.microsoft.com/office/drawing/2014/main" id="{C51EF642-09D3-4DBA-A98B-CA822FC4EA94}"/>
                </a:ext>
              </a:extLst>
            </p:cNvPr>
            <p:cNvGrpSpPr/>
            <p:nvPr/>
          </p:nvGrpSpPr>
          <p:grpSpPr>
            <a:xfrm>
              <a:off x="5855568" y="1447652"/>
              <a:ext cx="662095" cy="662095"/>
              <a:chOff x="5855568" y="1193837"/>
              <a:chExt cx="662095" cy="662095"/>
            </a:xfrm>
          </p:grpSpPr>
          <p:sp>
            <p:nvSpPr>
              <p:cNvPr id="34" name="Oval 33">
                <a:extLst>
                  <a:ext uri="{FF2B5EF4-FFF2-40B4-BE49-F238E27FC236}">
                    <a16:creationId xmlns:a16="http://schemas.microsoft.com/office/drawing/2014/main" id="{B687AA55-682A-41B6-B861-7A39FC74123F}"/>
                  </a:ext>
                </a:extLst>
              </p:cNvPr>
              <p:cNvSpPr/>
              <p:nvPr/>
            </p:nvSpPr>
            <p:spPr>
              <a:xfrm>
                <a:off x="5855568" y="1193837"/>
                <a:ext cx="662095" cy="662095"/>
              </a:xfrm>
              <a:prstGeom prst="ellipse">
                <a:avLst/>
              </a:prstGeom>
              <a:solidFill>
                <a:schemeClr val="bg2"/>
              </a:solidFill>
              <a:ln w="12700" cap="flat" cmpd="sng" algn="ctr">
                <a:solidFill>
                  <a:schemeClr val="accent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aphic 16">
                <a:extLst>
                  <a:ext uri="{FF2B5EF4-FFF2-40B4-BE49-F238E27FC236}">
                    <a16:creationId xmlns:a16="http://schemas.microsoft.com/office/drawing/2014/main" id="{B6D5F7F5-9C94-8D3E-4B69-E19D58412F3B}"/>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rcRect/>
              <a:stretch/>
            </p:blipFill>
            <p:spPr>
              <a:xfrm>
                <a:off x="5951393" y="1289662"/>
                <a:ext cx="470444" cy="470444"/>
              </a:xfrm>
              <a:prstGeom prst="rect">
                <a:avLst/>
              </a:prstGeom>
            </p:spPr>
          </p:pic>
        </p:grpSp>
      </p:grpSp>
      <p:grpSp>
        <p:nvGrpSpPr>
          <p:cNvPr id="15" name="Group 14">
            <a:extLst>
              <a:ext uri="{FF2B5EF4-FFF2-40B4-BE49-F238E27FC236}">
                <a16:creationId xmlns:a16="http://schemas.microsoft.com/office/drawing/2014/main" id="{C5F97626-6047-476A-A970-232B6724D455}"/>
              </a:ext>
            </a:extLst>
          </p:cNvPr>
          <p:cNvGrpSpPr/>
          <p:nvPr/>
        </p:nvGrpSpPr>
        <p:grpSpPr>
          <a:xfrm>
            <a:off x="7166943" y="1304027"/>
            <a:ext cx="1634725" cy="975865"/>
            <a:chOff x="7166943" y="1304027"/>
            <a:chExt cx="1634725" cy="975865"/>
          </a:xfrm>
        </p:grpSpPr>
        <p:cxnSp>
          <p:nvCxnSpPr>
            <p:cNvPr id="54" name="Straight Connector 53">
              <a:extLst>
                <a:ext uri="{FF2B5EF4-FFF2-40B4-BE49-F238E27FC236}">
                  <a16:creationId xmlns:a16="http://schemas.microsoft.com/office/drawing/2014/main" id="{49870A7E-0210-430A-B227-70875DBAD470}"/>
                </a:ext>
              </a:extLst>
            </p:cNvPr>
            <p:cNvCxnSpPr/>
            <p:nvPr/>
          </p:nvCxnSpPr>
          <p:spPr>
            <a:xfrm>
              <a:off x="7956133" y="1470657"/>
              <a:ext cx="0" cy="809235"/>
            </a:xfrm>
            <a:prstGeom prst="line">
              <a:avLst/>
            </a:prstGeom>
            <a:ln>
              <a:tailEnd type="oval"/>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5F7F6099-8DB5-4481-A9F6-08BD1ACB78EF}"/>
                </a:ext>
              </a:extLst>
            </p:cNvPr>
            <p:cNvSpPr/>
            <p:nvPr/>
          </p:nvSpPr>
          <p:spPr>
            <a:xfrm>
              <a:off x="7166943" y="1304027"/>
              <a:ext cx="1634725" cy="435035"/>
            </a:xfrm>
            <a:prstGeom prst="rect">
              <a:avLst/>
            </a:prstGeom>
            <a:solidFill>
              <a:schemeClr val="bg2"/>
            </a:solidFill>
            <a:ln w="12700" cap="flat" cmpd="sng" algn="ctr">
              <a:solidFill>
                <a:schemeClr val="accent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i="1">
                  <a:solidFill>
                    <a:schemeClr val="accent1"/>
                  </a:solidFill>
                </a:rPr>
                <a:t>Approach as suggested</a:t>
              </a:r>
              <a:br>
                <a:rPr lang="en-US" sz="1200" i="1">
                  <a:solidFill>
                    <a:schemeClr val="accent1"/>
                  </a:solidFill>
                </a:rPr>
              </a:br>
              <a:r>
                <a:rPr lang="en-US" sz="1200" i="1">
                  <a:solidFill>
                    <a:schemeClr val="accent1"/>
                  </a:solidFill>
                </a:rPr>
                <a:t>by the Vicuna team</a:t>
              </a:r>
            </a:p>
          </p:txBody>
        </p:sp>
      </p:grpSp>
      <p:pic>
        <p:nvPicPr>
          <p:cNvPr id="40" name="Rectangle 9" descr="{&quot;templafy&quot;:{&quot;id&quot;:&quot;ecae834d-0ceb-4a6f-9f4a-41591a350c5c&quot;}}">
            <a:extLst>
              <a:ext uri="{FF2B5EF4-FFF2-40B4-BE49-F238E27FC236}">
                <a16:creationId xmlns:a16="http://schemas.microsoft.com/office/drawing/2014/main" id="{B0FAD52A-E4A0-4762-A8BF-D74445785F4A}"/>
              </a:ext>
            </a:extLst>
          </p:cNvPr>
          <p:cNvPicPr>
            <a:picLocks noChangeAspect="1"/>
          </p:cNvPicPr>
          <p:nvPr/>
        </p:nvPicPr>
        <p:blipFill>
          <a:blip r:embed="rId10" cstate="screen">
            <a:lum bright="70000" contrast="-70000"/>
            <a:extLst>
              <a:ext uri="{BEBA8EAE-BF5A-486C-A8C5-ECC9F3942E4B}">
                <a14:imgProps xmlns:a14="http://schemas.microsoft.com/office/drawing/2010/main">
                  <a14:imgLayer r:embed="rId11">
                    <a14:imgEffect>
                      <a14:artisticPhotocopy/>
                    </a14:imgEffect>
                    <a14:imgEffect>
                      <a14:colorTemperature colorTemp="7673"/>
                    </a14:imgEffect>
                  </a14:imgLayer>
                </a14:imgProps>
              </a:ext>
              <a:ext uri="{28A0092B-C50C-407E-A947-70E740481C1C}">
                <a14:useLocalDpi xmlns:a14="http://schemas.microsoft.com/office/drawing/2010/main"/>
              </a:ext>
            </a:extLst>
          </a:blip>
          <a:stretch>
            <a:fillRect/>
          </a:stretch>
        </p:blipFill>
        <p:spPr>
          <a:xfrm>
            <a:off x="358775" y="4668427"/>
            <a:ext cx="1026000" cy="212400"/>
          </a:xfrm>
          <a:prstGeom prst="rect">
            <a:avLst/>
          </a:prstGeom>
        </p:spPr>
      </p:pic>
      <p:sp>
        <p:nvSpPr>
          <p:cNvPr id="53" name="Freeform: Shape 52">
            <a:extLst>
              <a:ext uri="{FF2B5EF4-FFF2-40B4-BE49-F238E27FC236}">
                <a16:creationId xmlns:a16="http://schemas.microsoft.com/office/drawing/2014/main" id="{BF742141-1BBE-43AA-B465-8602BCC4498A}"/>
              </a:ext>
            </a:extLst>
          </p:cNvPr>
          <p:cNvSpPr>
            <a:spLocks noChangeAspect="1"/>
          </p:cNvSpPr>
          <p:nvPr/>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Slide Number Placeholder 9">
            <a:extLst>
              <a:ext uri="{FF2B5EF4-FFF2-40B4-BE49-F238E27FC236}">
                <a16:creationId xmlns:a16="http://schemas.microsoft.com/office/drawing/2014/main" id="{FEA47658-8A12-41D4-B1E3-B3EA741933D6}"/>
              </a:ext>
            </a:extLst>
          </p:cNvPr>
          <p:cNvSpPr>
            <a:spLocks noGrp="1"/>
          </p:cNvSpPr>
          <p:nvPr>
            <p:ph type="sldNum" sz="quarter" idx="12"/>
          </p:nvPr>
        </p:nvSpPr>
        <p:spPr>
          <a:xfrm>
            <a:off x="8570473" y="4767263"/>
            <a:ext cx="214752" cy="273844"/>
          </a:xfrm>
        </p:spPr>
        <p:txBody>
          <a:bodyPr/>
          <a:lstStyle>
            <a:lvl1pPr>
              <a:defRPr>
                <a:solidFill>
                  <a:schemeClr val="bg2"/>
                </a:solidFill>
              </a:defRPr>
            </a:lvl1pPr>
          </a:lstStyle>
          <a:p>
            <a:fld id="{7559FC98-AF75-4A00-A03C-DF9FEBF6BCB9}" type="slidenum">
              <a:rPr lang="en-US" smtClean="0"/>
              <a:pPr/>
              <a:t>6</a:t>
            </a:fld>
            <a:endParaRPr lang="en-US"/>
          </a:p>
        </p:txBody>
      </p:sp>
      <p:sp>
        <p:nvSpPr>
          <p:cNvPr id="57" name="Rectangle 56" descr="{&quot;templafy&quot;:{&quot;id&quot;:&quot;ab6b267f-2d54-464e-9ae8-0c683c12b29d&quot;}}">
            <a:extLst>
              <a:ext uri="{FF2B5EF4-FFF2-40B4-BE49-F238E27FC236}">
                <a16:creationId xmlns:a16="http://schemas.microsoft.com/office/drawing/2014/main" id="{D2E12919-B047-4F76-AA97-4F76A7C9469D}"/>
              </a:ext>
            </a:extLst>
          </p:cNvPr>
          <p:cNvSpPr/>
          <p:nvPr/>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800">
                <a:solidFill>
                  <a:schemeClr val="tx1"/>
                </a:solidFill>
              </a:rPr>
              <a:t>23 May 2023</a:t>
            </a:r>
          </a:p>
        </p:txBody>
      </p:sp>
    </p:spTree>
    <p:extLst>
      <p:ext uri="{BB962C8B-B14F-4D97-AF65-F5344CB8AC3E}">
        <p14:creationId xmlns:p14="http://schemas.microsoft.com/office/powerpoint/2010/main" val="3555115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00CFFC94-D737-4BA0-9D38-C879840D184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6" name="think-cell data - do not delete" hidden="1">
                        <a:extLst>
                          <a:ext uri="{FF2B5EF4-FFF2-40B4-BE49-F238E27FC236}">
                            <a16:creationId xmlns:a16="http://schemas.microsoft.com/office/drawing/2014/main" id="{00CFFC94-D737-4BA0-9D38-C879840D184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0" name="Rectangle 39">
            <a:extLst>
              <a:ext uri="{FF2B5EF4-FFF2-40B4-BE49-F238E27FC236}">
                <a16:creationId xmlns:a16="http://schemas.microsoft.com/office/drawing/2014/main" id="{D8DF10D4-4644-42B7-B45F-8ABE66F9E792}"/>
              </a:ext>
            </a:extLst>
          </p:cNvPr>
          <p:cNvSpPr/>
          <p:nvPr/>
        </p:nvSpPr>
        <p:spPr>
          <a:xfrm>
            <a:off x="0" y="0"/>
            <a:ext cx="9144000" cy="5143500"/>
          </a:xfrm>
          <a:prstGeom prst="rect">
            <a:avLst/>
          </a:prstGeom>
          <a:solidFill>
            <a:srgbClr val="F5F5F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0A9F5E-832C-4AFB-880D-794E44CD9FFA}"/>
              </a:ext>
            </a:extLst>
          </p:cNvPr>
          <p:cNvSpPr>
            <a:spLocks noGrp="1"/>
          </p:cNvSpPr>
          <p:nvPr>
            <p:ph type="title"/>
          </p:nvPr>
        </p:nvSpPr>
        <p:spPr>
          <a:xfrm>
            <a:off x="358775" y="376238"/>
            <a:ext cx="8426450" cy="609662"/>
          </a:xfrm>
        </p:spPr>
        <p:txBody>
          <a:bodyPr vert="horz"/>
          <a:lstStyle/>
          <a:p>
            <a:r>
              <a:rPr lang="en-US"/>
              <a:t>Preliminary results</a:t>
            </a:r>
          </a:p>
        </p:txBody>
      </p:sp>
      <p:sp>
        <p:nvSpPr>
          <p:cNvPr id="10" name="Rectangle 9">
            <a:extLst>
              <a:ext uri="{FF2B5EF4-FFF2-40B4-BE49-F238E27FC236}">
                <a16:creationId xmlns:a16="http://schemas.microsoft.com/office/drawing/2014/main" id="{D336FCF9-B709-BD1A-A21D-74D39636A8FA}"/>
              </a:ext>
            </a:extLst>
          </p:cNvPr>
          <p:cNvSpPr/>
          <p:nvPr/>
        </p:nvSpPr>
        <p:spPr>
          <a:xfrm>
            <a:off x="1546860" y="1122206"/>
            <a:ext cx="3572246" cy="481304"/>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a:spcAft>
                <a:spcPts val="600"/>
              </a:spcAft>
            </a:pPr>
            <a:r>
              <a:rPr lang="de-CH" b="1">
                <a:solidFill>
                  <a:schemeClr val="accent1"/>
                </a:solidFill>
              </a:rPr>
              <a:t>Q1: Ist es möglich, Lernenden wegen Krankheitstagen die Ferienzeit zu kürzen?</a:t>
            </a:r>
          </a:p>
        </p:txBody>
      </p:sp>
      <p:cxnSp>
        <p:nvCxnSpPr>
          <p:cNvPr id="7" name="Straight Connector 6">
            <a:extLst>
              <a:ext uri="{FF2B5EF4-FFF2-40B4-BE49-F238E27FC236}">
                <a16:creationId xmlns:a16="http://schemas.microsoft.com/office/drawing/2014/main" id="{B6858273-D120-4380-BFBC-6F80039E2740}"/>
              </a:ext>
            </a:extLst>
          </p:cNvPr>
          <p:cNvCxnSpPr>
            <a:cxnSpLocks/>
          </p:cNvCxnSpPr>
          <p:nvPr/>
        </p:nvCxnSpPr>
        <p:spPr>
          <a:xfrm>
            <a:off x="1546860" y="1716494"/>
            <a:ext cx="3572246"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4375B104-E999-412B-B0D3-4BA2DAC144D0}"/>
              </a:ext>
            </a:extLst>
          </p:cNvPr>
          <p:cNvSpPr/>
          <p:nvPr/>
        </p:nvSpPr>
        <p:spPr>
          <a:xfrm>
            <a:off x="1460500" y="2008316"/>
            <a:ext cx="3614866" cy="924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90000" tIns="54000" rIns="90000" bIns="54000" rtlCol="0" anchor="ctr">
            <a:spAutoFit/>
          </a:bodyPr>
          <a:lstStyle/>
          <a:p>
            <a:pPr>
              <a:spcAft>
                <a:spcPts val="600"/>
              </a:spcAft>
            </a:pPr>
            <a:r>
              <a:rPr lang="de-DE" sz="1200" b="1">
                <a:solidFill>
                  <a:schemeClr val="tx1"/>
                </a:solidFill>
              </a:rPr>
              <a:t>A: </a:t>
            </a:r>
            <a:r>
              <a:rPr lang="de-DE" sz="1200">
                <a:solidFill>
                  <a:schemeClr val="tx1"/>
                </a:solidFill>
              </a:rPr>
              <a:t>Ist nicht möglich</a:t>
            </a:r>
          </a:p>
          <a:p>
            <a:pPr>
              <a:spcAft>
                <a:spcPts val="600"/>
              </a:spcAft>
            </a:pPr>
            <a:r>
              <a:rPr lang="de-DE" sz="1200" b="1">
                <a:solidFill>
                  <a:schemeClr val="tx1"/>
                </a:solidFill>
              </a:rPr>
              <a:t>C:</a:t>
            </a:r>
            <a:r>
              <a:rPr lang="de-DE" sz="1200">
                <a:solidFill>
                  <a:schemeClr val="tx1"/>
                </a:solidFill>
              </a:rPr>
              <a:t> ist nicht möglich, da die Ferien zu Erholungszwecken dienen und nicht „verrechnet“ werden dürfen.</a:t>
            </a:r>
          </a:p>
        </p:txBody>
      </p:sp>
      <p:sp>
        <p:nvSpPr>
          <p:cNvPr id="52" name="Rectangle 51">
            <a:extLst>
              <a:ext uri="{FF2B5EF4-FFF2-40B4-BE49-F238E27FC236}">
                <a16:creationId xmlns:a16="http://schemas.microsoft.com/office/drawing/2014/main" id="{14925655-C91B-49C4-BBA8-A5574D228957}"/>
              </a:ext>
            </a:extLst>
          </p:cNvPr>
          <p:cNvSpPr/>
          <p:nvPr/>
        </p:nvSpPr>
        <p:spPr>
          <a:xfrm>
            <a:off x="5170359" y="2008315"/>
            <a:ext cx="3614866" cy="924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0000" tIns="54000" rIns="90000" bIns="54000" rtlCol="0" anchor="ctr">
            <a:spAutoFit/>
          </a:bodyPr>
          <a:lstStyle/>
          <a:p>
            <a:pPr>
              <a:spcAft>
                <a:spcPts val="600"/>
              </a:spcAft>
            </a:pPr>
            <a:r>
              <a:rPr lang="de-DE" sz="1200" b="1">
                <a:solidFill>
                  <a:schemeClr val="tx1"/>
                </a:solidFill>
              </a:rPr>
              <a:t>A: </a:t>
            </a:r>
            <a:r>
              <a:rPr lang="de-DE" sz="1200">
                <a:solidFill>
                  <a:schemeClr val="tx1"/>
                </a:solidFill>
              </a:rPr>
              <a:t>um die Mitte der Arbeitszeit</a:t>
            </a:r>
          </a:p>
          <a:p>
            <a:pPr>
              <a:spcAft>
                <a:spcPts val="600"/>
              </a:spcAft>
            </a:pPr>
            <a:r>
              <a:rPr lang="de-DE" sz="1200" b="1">
                <a:solidFill>
                  <a:schemeClr val="tx1"/>
                </a:solidFill>
              </a:rPr>
              <a:t>C: </a:t>
            </a:r>
            <a:r>
              <a:rPr lang="de-DE" sz="1200">
                <a:solidFill>
                  <a:schemeClr val="tx1"/>
                </a:solidFill>
              </a:rPr>
              <a:t>die gleichen Pausen wie für Erwachsene: Die Arbeit muss um die Mitte der Arbeitszeit durch Pausen von folgender Mindestdauer unterbrochen werde.</a:t>
            </a:r>
          </a:p>
        </p:txBody>
      </p:sp>
      <p:sp>
        <p:nvSpPr>
          <p:cNvPr id="29" name="Rectangle 28">
            <a:extLst>
              <a:ext uri="{FF2B5EF4-FFF2-40B4-BE49-F238E27FC236}">
                <a16:creationId xmlns:a16="http://schemas.microsoft.com/office/drawing/2014/main" id="{77DDA704-818B-B592-EC84-3482D31E8EB9}"/>
              </a:ext>
            </a:extLst>
          </p:cNvPr>
          <p:cNvSpPr/>
          <p:nvPr/>
        </p:nvSpPr>
        <p:spPr>
          <a:xfrm>
            <a:off x="1460500" y="3225653"/>
            <a:ext cx="3614866" cy="1216841"/>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90000" tIns="54000" rIns="90000" bIns="54000" rtlCol="0" anchor="ctr">
            <a:noAutofit/>
          </a:bodyPr>
          <a:lstStyle/>
          <a:p>
            <a:pPr>
              <a:spcAft>
                <a:spcPts val="600"/>
              </a:spcAft>
            </a:pPr>
            <a:r>
              <a:rPr lang="de-DE" sz="1200" b="1">
                <a:solidFill>
                  <a:schemeClr val="tx1"/>
                </a:solidFill>
              </a:rPr>
              <a:t>A: </a:t>
            </a:r>
            <a:r>
              <a:rPr lang="de-DE" sz="1200">
                <a:solidFill>
                  <a:schemeClr val="tx1"/>
                </a:solidFill>
              </a:rPr>
              <a:t>Nein, es ist nicht möglich, Lernenden wegen Krankheitstagen die Ferienzeit zu kürzen. Im GAV der Polymechaniker sind bei Krankheit zwei Karenztage vorgesehen. Das heißt, die ersten zwei Krankheitstage werden nicht bezahlt. Ein Ferienabzug darf nicht erfolgen.</a:t>
            </a:r>
          </a:p>
        </p:txBody>
      </p:sp>
      <p:sp>
        <p:nvSpPr>
          <p:cNvPr id="30" name="Rectangle 29">
            <a:extLst>
              <a:ext uri="{FF2B5EF4-FFF2-40B4-BE49-F238E27FC236}">
                <a16:creationId xmlns:a16="http://schemas.microsoft.com/office/drawing/2014/main" id="{7970822F-2F8C-3EC2-DFBF-176379A4934C}"/>
              </a:ext>
            </a:extLst>
          </p:cNvPr>
          <p:cNvSpPr/>
          <p:nvPr/>
        </p:nvSpPr>
        <p:spPr>
          <a:xfrm>
            <a:off x="5170359" y="3225653"/>
            <a:ext cx="3614866" cy="1216841"/>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90000" tIns="54000" rIns="90000" bIns="54000" rtlCol="0" anchor="ctr">
            <a:noAutofit/>
          </a:bodyPr>
          <a:lstStyle/>
          <a:p>
            <a:pPr>
              <a:spcAft>
                <a:spcPts val="600"/>
              </a:spcAft>
            </a:pPr>
            <a:r>
              <a:rPr lang="de-DE" sz="1200" b="1">
                <a:solidFill>
                  <a:schemeClr val="tx1"/>
                </a:solidFill>
              </a:rPr>
              <a:t>A:</a:t>
            </a:r>
            <a:r>
              <a:rPr lang="de-DE" sz="1200">
                <a:solidFill>
                  <a:schemeClr val="tx1"/>
                </a:solidFill>
              </a:rPr>
              <a:t> Laut Arbeitsgesetz muss eine Pause von mindestens einer halben Stunde nach 9 Stunden Arbeit gewährt werden. Am Samstag muss nach spätestens 51/2 Stunden eine Pause von einer Viertelstunde gewährt werden.</a:t>
            </a:r>
          </a:p>
        </p:txBody>
      </p:sp>
      <p:sp>
        <p:nvSpPr>
          <p:cNvPr id="19" name="Rectangle 18">
            <a:extLst>
              <a:ext uri="{FF2B5EF4-FFF2-40B4-BE49-F238E27FC236}">
                <a16:creationId xmlns:a16="http://schemas.microsoft.com/office/drawing/2014/main" id="{50F331F6-27EB-B5A8-28BF-2C336425B9FA}"/>
              </a:ext>
            </a:extLst>
          </p:cNvPr>
          <p:cNvSpPr/>
          <p:nvPr/>
        </p:nvSpPr>
        <p:spPr>
          <a:xfrm>
            <a:off x="5212979" y="1126887"/>
            <a:ext cx="3572246" cy="481304"/>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a:spcAft>
                <a:spcPts val="600"/>
              </a:spcAft>
            </a:pPr>
            <a:r>
              <a:rPr lang="de-CH" b="1">
                <a:solidFill>
                  <a:schemeClr val="accent1"/>
                </a:solidFill>
              </a:rPr>
              <a:t>Q2: Wie lange darf man bei der Arbeit Pausen machen?</a:t>
            </a:r>
          </a:p>
        </p:txBody>
      </p:sp>
      <p:cxnSp>
        <p:nvCxnSpPr>
          <p:cNvPr id="32" name="Straight Connector 31">
            <a:extLst>
              <a:ext uri="{FF2B5EF4-FFF2-40B4-BE49-F238E27FC236}">
                <a16:creationId xmlns:a16="http://schemas.microsoft.com/office/drawing/2014/main" id="{BB176C41-BA0A-4DE8-B844-149327B0F6DA}"/>
              </a:ext>
            </a:extLst>
          </p:cNvPr>
          <p:cNvCxnSpPr>
            <a:cxnSpLocks/>
          </p:cNvCxnSpPr>
          <p:nvPr/>
        </p:nvCxnSpPr>
        <p:spPr>
          <a:xfrm>
            <a:off x="5212979" y="1716494"/>
            <a:ext cx="357224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363CBDC-2B52-4C4C-8739-8E43DBAC30D6}"/>
              </a:ext>
            </a:extLst>
          </p:cNvPr>
          <p:cNvCxnSpPr>
            <a:cxnSpLocks/>
          </p:cNvCxnSpPr>
          <p:nvPr/>
        </p:nvCxnSpPr>
        <p:spPr>
          <a:xfrm>
            <a:off x="358775" y="3152361"/>
            <a:ext cx="8426449" cy="0"/>
          </a:xfrm>
          <a:prstGeom prst="line">
            <a:avLst/>
          </a:prstGeom>
          <a:ln>
            <a:solidFill>
              <a:srgbClr val="D9D9D9"/>
            </a:solidFill>
            <a:prstDash val="sysDash"/>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7DD80285-2472-4197-8F1B-54463570CBCE}"/>
              </a:ext>
            </a:extLst>
          </p:cNvPr>
          <p:cNvGrpSpPr/>
          <p:nvPr/>
        </p:nvGrpSpPr>
        <p:grpSpPr>
          <a:xfrm>
            <a:off x="348064" y="1862228"/>
            <a:ext cx="1032618" cy="2580267"/>
            <a:chOff x="348064" y="1862228"/>
            <a:chExt cx="1032618" cy="2580267"/>
          </a:xfrm>
        </p:grpSpPr>
        <p:sp>
          <p:nvSpPr>
            <p:cNvPr id="9" name="Rectangle 8">
              <a:extLst>
                <a:ext uri="{FF2B5EF4-FFF2-40B4-BE49-F238E27FC236}">
                  <a16:creationId xmlns:a16="http://schemas.microsoft.com/office/drawing/2014/main" id="{BC217AAC-8C4A-4CD7-856E-3450703233BE}"/>
                </a:ext>
              </a:extLst>
            </p:cNvPr>
            <p:cNvSpPr/>
            <p:nvPr/>
          </p:nvSpPr>
          <p:spPr>
            <a:xfrm>
              <a:off x="348064" y="2101316"/>
              <a:ext cx="917239" cy="738664"/>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en-US" sz="1400" b="1">
                <a:solidFill>
                  <a:schemeClr val="accent1"/>
                </a:solidFill>
              </a:endParaRPr>
            </a:p>
            <a:p>
              <a:pPr algn="ctr"/>
              <a:endParaRPr lang="en-US" sz="1400" b="1">
                <a:solidFill>
                  <a:schemeClr val="accent1"/>
                </a:solidFill>
              </a:endParaRPr>
            </a:p>
            <a:p>
              <a:pPr algn="ctr"/>
              <a:r>
                <a:rPr lang="en-US" sz="1400" b="1">
                  <a:solidFill>
                    <a:schemeClr val="accent1"/>
                  </a:solidFill>
                </a:rPr>
                <a:t>Gelectra</a:t>
              </a:r>
            </a:p>
          </p:txBody>
        </p:sp>
        <p:cxnSp>
          <p:nvCxnSpPr>
            <p:cNvPr id="21" name="Straight Connector 20">
              <a:extLst>
                <a:ext uri="{FF2B5EF4-FFF2-40B4-BE49-F238E27FC236}">
                  <a16:creationId xmlns:a16="http://schemas.microsoft.com/office/drawing/2014/main" id="{E65A2732-8A44-4014-B5F5-001DD9103571}"/>
                </a:ext>
              </a:extLst>
            </p:cNvPr>
            <p:cNvCxnSpPr>
              <a:cxnSpLocks/>
            </p:cNvCxnSpPr>
            <p:nvPr/>
          </p:nvCxnSpPr>
          <p:spPr>
            <a:xfrm rot="5400000">
              <a:off x="772261" y="2470649"/>
              <a:ext cx="1216842" cy="0"/>
            </a:xfrm>
            <a:prstGeom prst="line">
              <a:avLst/>
            </a:prstGeom>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E5F3CD7C-F707-4C8E-9193-42A557130479}"/>
                </a:ext>
              </a:extLst>
            </p:cNvPr>
            <p:cNvSpPr/>
            <p:nvPr/>
          </p:nvSpPr>
          <p:spPr>
            <a:xfrm>
              <a:off x="348064" y="3225653"/>
              <a:ext cx="917239" cy="1216841"/>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a:solidFill>
                  <a:schemeClr val="accent1"/>
                </a:solidFill>
              </a:endParaRPr>
            </a:p>
            <a:p>
              <a:pPr algn="ctr"/>
              <a:endParaRPr lang="en-US" sz="1400" b="1">
                <a:solidFill>
                  <a:schemeClr val="accent1"/>
                </a:solidFill>
              </a:endParaRPr>
            </a:p>
            <a:p>
              <a:pPr algn="ctr"/>
              <a:r>
                <a:rPr lang="en-US" sz="1400" b="1">
                  <a:solidFill>
                    <a:schemeClr val="accent1"/>
                  </a:solidFill>
                </a:rPr>
                <a:t>GPT 3.5</a:t>
              </a:r>
            </a:p>
          </p:txBody>
        </p:sp>
        <p:cxnSp>
          <p:nvCxnSpPr>
            <p:cNvPr id="31" name="Straight Connector 30">
              <a:extLst>
                <a:ext uri="{FF2B5EF4-FFF2-40B4-BE49-F238E27FC236}">
                  <a16:creationId xmlns:a16="http://schemas.microsoft.com/office/drawing/2014/main" id="{D93925F0-9474-470C-A8EC-DBE3F3373A77}"/>
                </a:ext>
              </a:extLst>
            </p:cNvPr>
            <p:cNvCxnSpPr>
              <a:cxnSpLocks/>
            </p:cNvCxnSpPr>
            <p:nvPr/>
          </p:nvCxnSpPr>
          <p:spPr>
            <a:xfrm>
              <a:off x="1380681" y="3225654"/>
              <a:ext cx="0" cy="1216841"/>
            </a:xfrm>
            <a:prstGeom prst="line">
              <a:avLst/>
            </a:prstGeom>
          </p:spPr>
          <p:style>
            <a:lnRef idx="1">
              <a:schemeClr val="accent1"/>
            </a:lnRef>
            <a:fillRef idx="0">
              <a:schemeClr val="accent1"/>
            </a:fillRef>
            <a:effectRef idx="0">
              <a:schemeClr val="accent1"/>
            </a:effectRef>
            <a:fontRef idx="minor">
              <a:schemeClr val="tx1"/>
            </a:fontRef>
          </p:style>
        </p:cxnSp>
        <p:pic>
          <p:nvPicPr>
            <p:cNvPr id="38" name="Picture 16" descr="Bert | Spotify">
              <a:extLst>
                <a:ext uri="{FF2B5EF4-FFF2-40B4-BE49-F238E27FC236}">
                  <a16:creationId xmlns:a16="http://schemas.microsoft.com/office/drawing/2014/main" id="{AD1C7381-DD97-4B13-9478-17678E5AECAD}"/>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477380" y="1993404"/>
              <a:ext cx="477242" cy="477242"/>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14" descr="Logo">
              <a:extLst>
                <a:ext uri="{FF2B5EF4-FFF2-40B4-BE49-F238E27FC236}">
                  <a16:creationId xmlns:a16="http://schemas.microsoft.com/office/drawing/2014/main" id="{CFE441A3-8A0D-487B-9FC5-BBBE1B80911A}"/>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477380" y="3464743"/>
              <a:ext cx="368477" cy="368477"/>
            </a:xfrm>
            <a:prstGeom prst="rect">
              <a:avLst/>
            </a:prstGeom>
            <a:noFill/>
            <a:extLst>
              <a:ext uri="{909E8E84-426E-40DD-AFC4-6F175D3DCCD1}">
                <a14:hiddenFill xmlns:a14="http://schemas.microsoft.com/office/drawing/2010/main">
                  <a:solidFill>
                    <a:srgbClr val="FFFFFF"/>
                  </a:solidFill>
                </a14:hiddenFill>
              </a:ext>
            </a:extLst>
          </p:spPr>
        </p:pic>
      </p:grpSp>
      <p:pic>
        <p:nvPicPr>
          <p:cNvPr id="42" name="Rectangle 11" descr="{&quot;templafy&quot;:{&quot;id&quot;:&quot;92085b67-4d25-4e3b-b499-21b485904de3&quot;}}">
            <a:extLst>
              <a:ext uri="{FF2B5EF4-FFF2-40B4-BE49-F238E27FC236}">
                <a16:creationId xmlns:a16="http://schemas.microsoft.com/office/drawing/2014/main" id="{489739D8-89B9-4CC9-9037-3A44CBD69DA6}"/>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358775" y="4668427"/>
            <a:ext cx="1026000" cy="212400"/>
          </a:xfrm>
          <a:prstGeom prst="rect">
            <a:avLst/>
          </a:prstGeom>
        </p:spPr>
      </p:pic>
      <p:sp>
        <p:nvSpPr>
          <p:cNvPr id="43" name="Freeform: Shape 42">
            <a:extLst>
              <a:ext uri="{FF2B5EF4-FFF2-40B4-BE49-F238E27FC236}">
                <a16:creationId xmlns:a16="http://schemas.microsoft.com/office/drawing/2014/main" id="{35522648-1391-4391-A463-99A619290E2E}"/>
              </a:ext>
            </a:extLst>
          </p:cNvPr>
          <p:cNvSpPr>
            <a:spLocks noChangeAspect="1"/>
          </p:cNvSpPr>
          <p:nvPr/>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9">
            <a:extLst>
              <a:ext uri="{FF2B5EF4-FFF2-40B4-BE49-F238E27FC236}">
                <a16:creationId xmlns:a16="http://schemas.microsoft.com/office/drawing/2014/main" id="{9F258754-B632-4F03-AFA0-6C301280F347}"/>
              </a:ext>
            </a:extLst>
          </p:cNvPr>
          <p:cNvSpPr>
            <a:spLocks noGrp="1"/>
          </p:cNvSpPr>
          <p:nvPr>
            <p:ph type="sldNum" sz="quarter" idx="12"/>
          </p:nvPr>
        </p:nvSpPr>
        <p:spPr>
          <a:xfrm>
            <a:off x="8570473" y="4767263"/>
            <a:ext cx="214752" cy="273844"/>
          </a:xfrm>
        </p:spPr>
        <p:txBody>
          <a:bodyPr/>
          <a:lstStyle>
            <a:lvl1pPr>
              <a:defRPr>
                <a:solidFill>
                  <a:schemeClr val="bg2"/>
                </a:solidFill>
              </a:defRPr>
            </a:lvl1pPr>
          </a:lstStyle>
          <a:p>
            <a:fld id="{7559FC98-AF75-4A00-A03C-DF9FEBF6BCB9}" type="slidenum">
              <a:rPr lang="en-US" smtClean="0"/>
              <a:pPr/>
              <a:t>7</a:t>
            </a:fld>
            <a:endParaRPr lang="en-US"/>
          </a:p>
        </p:txBody>
      </p:sp>
      <p:sp>
        <p:nvSpPr>
          <p:cNvPr id="45" name="Rectangle 44" descr="{&quot;templafy&quot;:{&quot;id&quot;:&quot;ab6b267f-2d54-464e-9ae8-0c683c12b29d&quot;}}">
            <a:extLst>
              <a:ext uri="{FF2B5EF4-FFF2-40B4-BE49-F238E27FC236}">
                <a16:creationId xmlns:a16="http://schemas.microsoft.com/office/drawing/2014/main" id="{4F3AEBA3-0695-4BC6-B08A-EDB831513B8F}"/>
              </a:ext>
            </a:extLst>
          </p:cNvPr>
          <p:cNvSpPr/>
          <p:nvPr/>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800">
                <a:solidFill>
                  <a:schemeClr val="tx1"/>
                </a:solidFill>
              </a:rPr>
              <a:t>23 May 2023</a:t>
            </a:r>
          </a:p>
        </p:txBody>
      </p:sp>
    </p:spTree>
    <p:extLst>
      <p:ext uri="{BB962C8B-B14F-4D97-AF65-F5344CB8AC3E}">
        <p14:creationId xmlns:p14="http://schemas.microsoft.com/office/powerpoint/2010/main" val="1765314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52" grpId="0"/>
      <p:bldP spid="29" grpId="0"/>
      <p:bldP spid="30" grpId="0"/>
      <p:bldP spid="19" grpId="0"/>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A9C1347-27F9-406B-AA0D-63F960C5141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6" imgW="592" imgH="591" progId="TCLayout.ActiveDocument.1">
                  <p:embed/>
                </p:oleObj>
              </mc:Choice>
              <mc:Fallback>
                <p:oleObj name="think-cell Slide" r:id="rId26" imgW="592" imgH="591" progId="TCLayout.ActiveDocument.1">
                  <p:embed/>
                  <p:pic>
                    <p:nvPicPr>
                      <p:cNvPr id="6" name="think-cell data - do not delete" hidden="1">
                        <a:extLst>
                          <a:ext uri="{FF2B5EF4-FFF2-40B4-BE49-F238E27FC236}">
                            <a16:creationId xmlns:a16="http://schemas.microsoft.com/office/drawing/2014/main" id="{EA9C1347-27F9-406B-AA0D-63F960C5141D}"/>
                          </a:ext>
                        </a:extLst>
                      </p:cNvPr>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48" name="Rectangle 47">
            <a:extLst>
              <a:ext uri="{FF2B5EF4-FFF2-40B4-BE49-F238E27FC236}">
                <a16:creationId xmlns:a16="http://schemas.microsoft.com/office/drawing/2014/main" id="{1C2D8BE9-B38A-44C1-9DB6-466B4FD707DC}"/>
              </a:ext>
            </a:extLst>
          </p:cNvPr>
          <p:cNvSpPr/>
          <p:nvPr/>
        </p:nvSpPr>
        <p:spPr>
          <a:xfrm>
            <a:off x="2590800" y="0"/>
            <a:ext cx="6553199" cy="5143500"/>
          </a:xfrm>
          <a:prstGeom prst="rect">
            <a:avLst/>
          </a:prstGeom>
          <a:solidFill>
            <a:srgbClr val="F5F5F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389E418C-9DF0-471A-8055-EA6EC2F913E2}"/>
              </a:ext>
            </a:extLst>
          </p:cNvPr>
          <p:cNvSpPr/>
          <p:nvPr/>
        </p:nvSpPr>
        <p:spPr>
          <a:xfrm>
            <a:off x="5935174" y="1133628"/>
            <a:ext cx="2850242" cy="235712"/>
          </a:xfrm>
          <a:prstGeom prst="rect">
            <a:avLst/>
          </a:prstGeom>
          <a:solidFill>
            <a:srgbClr val="D9D9D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100" i="1">
                <a:solidFill>
                  <a:schemeClr val="tx1"/>
                </a:solidFill>
              </a:rPr>
              <a:t>Dependent on outcome of Thursday meeting</a:t>
            </a:r>
            <a:endParaRPr lang="en-US" sz="1100" i="1">
              <a:solidFill>
                <a:schemeClr val="tx1"/>
              </a:solidFill>
            </a:endParaRPr>
          </a:p>
        </p:txBody>
      </p:sp>
      <p:sp>
        <p:nvSpPr>
          <p:cNvPr id="42" name="Arrow: Pentagon 41">
            <a:extLst>
              <a:ext uri="{FF2B5EF4-FFF2-40B4-BE49-F238E27FC236}">
                <a16:creationId xmlns:a16="http://schemas.microsoft.com/office/drawing/2014/main" id="{C444E1BC-7300-49F2-B90C-CC3A16454933}"/>
              </a:ext>
            </a:extLst>
          </p:cNvPr>
          <p:cNvSpPr/>
          <p:nvPr/>
        </p:nvSpPr>
        <p:spPr>
          <a:xfrm>
            <a:off x="0" y="0"/>
            <a:ext cx="2590800" cy="5143500"/>
          </a:xfrm>
          <a:prstGeom prst="homePlate">
            <a:avLst>
              <a:gd name="adj"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72D5D1-B52A-4C1D-91F7-6D12DD51CC4D}"/>
              </a:ext>
            </a:extLst>
          </p:cNvPr>
          <p:cNvSpPr>
            <a:spLocks noGrp="1"/>
          </p:cNvSpPr>
          <p:nvPr>
            <p:ph type="title"/>
          </p:nvPr>
        </p:nvSpPr>
        <p:spPr>
          <a:xfrm>
            <a:off x="358775" y="376238"/>
            <a:ext cx="2320925" cy="609662"/>
          </a:xfrm>
        </p:spPr>
        <p:txBody>
          <a:bodyPr vert="horz"/>
          <a:lstStyle/>
          <a:p>
            <a:r>
              <a:rPr lang="en-US">
                <a:solidFill>
                  <a:schemeClr val="bg2"/>
                </a:solidFill>
              </a:rPr>
              <a:t>Current progress…</a:t>
            </a:r>
          </a:p>
        </p:txBody>
      </p:sp>
      <p:sp>
        <p:nvSpPr>
          <p:cNvPr id="43" name="Title 1">
            <a:extLst>
              <a:ext uri="{FF2B5EF4-FFF2-40B4-BE49-F238E27FC236}">
                <a16:creationId xmlns:a16="http://schemas.microsoft.com/office/drawing/2014/main" id="{EBBE4939-9648-47DE-AD48-9B32BDF6BBA7}"/>
              </a:ext>
            </a:extLst>
          </p:cNvPr>
          <p:cNvSpPr txBox="1">
            <a:spLocks/>
          </p:cNvSpPr>
          <p:nvPr/>
        </p:nvSpPr>
        <p:spPr>
          <a:xfrm>
            <a:off x="2844801" y="376238"/>
            <a:ext cx="5940424" cy="609662"/>
          </a:xfrm>
          <a:prstGeom prst="rect">
            <a:avLst/>
          </a:prstGeom>
        </p:spPr>
        <p:txBody>
          <a:bodyPr vert="horz" lIns="0" tIns="0" rIns="0" bIns="0" rtlCol="0" anchor="t">
            <a:noAutofit/>
          </a:bodyPr>
          <a:lstStyle>
            <a:lvl1pPr algn="l" defTabSz="685800" rtl="0" eaLnBrk="1" latinLnBrk="0" hangingPunct="1">
              <a:lnSpc>
                <a:spcPct val="90000"/>
              </a:lnSpc>
              <a:spcBef>
                <a:spcPct val="0"/>
              </a:spcBef>
              <a:buNone/>
              <a:defRPr sz="2400" kern="1200">
                <a:solidFill>
                  <a:schemeClr val="tx1"/>
                </a:solidFill>
                <a:latin typeface="+mj-lt"/>
                <a:ea typeface="+mj-ea"/>
                <a:cs typeface="+mj-cs"/>
              </a:defRPr>
            </a:lvl1pPr>
          </a:lstStyle>
          <a:p>
            <a:r>
              <a:rPr lang="en-US"/>
              <a:t>… and project plan going forward</a:t>
            </a:r>
          </a:p>
        </p:txBody>
      </p:sp>
      <p:grpSp>
        <p:nvGrpSpPr>
          <p:cNvPr id="218" name="Group 217">
            <a:extLst>
              <a:ext uri="{FF2B5EF4-FFF2-40B4-BE49-F238E27FC236}">
                <a16:creationId xmlns:a16="http://schemas.microsoft.com/office/drawing/2014/main" id="{3EBFB7BB-E63F-4EE4-9C3D-3ED9F84520EE}"/>
              </a:ext>
            </a:extLst>
          </p:cNvPr>
          <p:cNvGrpSpPr/>
          <p:nvPr/>
        </p:nvGrpSpPr>
        <p:grpSpPr>
          <a:xfrm>
            <a:off x="358775" y="1539374"/>
            <a:ext cx="1965325" cy="2758330"/>
            <a:chOff x="358775" y="1539374"/>
            <a:chExt cx="1965325" cy="2758330"/>
          </a:xfrm>
        </p:grpSpPr>
        <p:sp>
          <p:nvSpPr>
            <p:cNvPr id="10" name="Rectangle 9">
              <a:extLst>
                <a:ext uri="{FF2B5EF4-FFF2-40B4-BE49-F238E27FC236}">
                  <a16:creationId xmlns:a16="http://schemas.microsoft.com/office/drawing/2014/main" id="{DF8F6E97-FDA0-41F7-BC52-FB45765067B8}"/>
                </a:ext>
              </a:extLst>
            </p:cNvPr>
            <p:cNvSpPr/>
            <p:nvPr/>
          </p:nvSpPr>
          <p:spPr>
            <a:xfrm>
              <a:off x="358775" y="1539374"/>
              <a:ext cx="1965325" cy="738664"/>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p>
              <a:r>
                <a:rPr lang="en-US" sz="1600">
                  <a:solidFill>
                    <a:schemeClr val="bg2"/>
                  </a:solidFill>
                </a:rPr>
                <a:t>Generation of Q&amp;A pairs is mostly</a:t>
              </a:r>
              <a:r>
                <a:rPr lang="de-CH" sz="1600">
                  <a:solidFill>
                    <a:schemeClr val="bg2"/>
                  </a:solidFill>
                </a:rPr>
                <a:t> </a:t>
              </a:r>
              <a:r>
                <a:rPr lang="en-US" sz="1600">
                  <a:solidFill>
                    <a:schemeClr val="bg2"/>
                  </a:solidFill>
                </a:rPr>
                <a:t>completed (</a:t>
              </a:r>
              <a:r>
                <a:rPr lang="en-US" sz="1600">
                  <a:solidFill>
                    <a:schemeClr val="bg2"/>
                  </a:solidFill>
                  <a:latin typeface="Trebuchet MS" panose="020B0603020202020204" pitchFamily="34" charset="0"/>
                </a:rPr>
                <a:t>~</a:t>
              </a:r>
              <a:r>
                <a:rPr lang="en-US" sz="1600">
                  <a:solidFill>
                    <a:schemeClr val="bg2"/>
                  </a:solidFill>
                </a:rPr>
                <a:t>90%)</a:t>
              </a:r>
            </a:p>
          </p:txBody>
        </p:sp>
        <p:sp>
          <p:nvSpPr>
            <p:cNvPr id="216" name="Rectangle 215">
              <a:extLst>
                <a:ext uri="{FF2B5EF4-FFF2-40B4-BE49-F238E27FC236}">
                  <a16:creationId xmlns:a16="http://schemas.microsoft.com/office/drawing/2014/main" id="{DD71F72F-A8A4-4B08-8329-54A850BBE38E}"/>
                </a:ext>
              </a:extLst>
            </p:cNvPr>
            <p:cNvSpPr/>
            <p:nvPr/>
          </p:nvSpPr>
          <p:spPr>
            <a:xfrm>
              <a:off x="358775" y="2549207"/>
              <a:ext cx="1965325" cy="984885"/>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p>
              <a:r>
                <a:rPr lang="en-US" sz="1600">
                  <a:solidFill>
                    <a:schemeClr val="bg2"/>
                  </a:solidFill>
                </a:rPr>
                <a:t>BERT &amp; GPT pipeline have been largely setup (</a:t>
              </a:r>
              <a:r>
                <a:rPr lang="en-US" sz="1600">
                  <a:solidFill>
                    <a:schemeClr val="bg2"/>
                  </a:solidFill>
                  <a:latin typeface="Trebuchet MS" panose="020B0603020202020204" pitchFamily="34" charset="0"/>
                </a:rPr>
                <a:t>~90%) </a:t>
              </a:r>
              <a:r>
                <a:rPr lang="en-US" sz="1600">
                  <a:solidFill>
                    <a:schemeClr val="bg2"/>
                  </a:solidFill>
                </a:rPr>
                <a:t>with minor fine-tuning required</a:t>
              </a:r>
            </a:p>
          </p:txBody>
        </p:sp>
        <p:sp>
          <p:nvSpPr>
            <p:cNvPr id="217" name="Rectangle 216">
              <a:extLst>
                <a:ext uri="{FF2B5EF4-FFF2-40B4-BE49-F238E27FC236}">
                  <a16:creationId xmlns:a16="http://schemas.microsoft.com/office/drawing/2014/main" id="{BA4AD9D7-2E68-40EE-9F1C-3A14EC689900}"/>
                </a:ext>
              </a:extLst>
            </p:cNvPr>
            <p:cNvSpPr/>
            <p:nvPr/>
          </p:nvSpPr>
          <p:spPr>
            <a:xfrm>
              <a:off x="358775" y="3805261"/>
              <a:ext cx="1965325" cy="49244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p>
              <a:r>
                <a:rPr lang="en-US" sz="1600">
                  <a:solidFill>
                    <a:schemeClr val="bg2"/>
                  </a:solidFill>
                </a:rPr>
                <a:t>Evaluation started, but at the beginning </a:t>
              </a:r>
            </a:p>
          </p:txBody>
        </p:sp>
      </p:grpSp>
      <p:sp>
        <p:nvSpPr>
          <p:cNvPr id="208" name="Text Placeholder 2">
            <a:extLst>
              <a:ext uri="{FF2B5EF4-FFF2-40B4-BE49-F238E27FC236}">
                <a16:creationId xmlns:a16="http://schemas.microsoft.com/office/drawing/2014/main" id="{076F94A2-50F8-430F-B46C-2D50472D7A69}"/>
              </a:ext>
            </a:extLst>
          </p:cNvPr>
          <p:cNvSpPr>
            <a:spLocks noGrp="1"/>
          </p:cNvSpPr>
          <p:nvPr>
            <p:custDataLst>
              <p:tags r:id="rId2"/>
            </p:custDataLst>
          </p:nvPr>
        </p:nvSpPr>
        <p:spPr bwMode="auto">
          <a:xfrm>
            <a:off x="5672138" y="1739900"/>
            <a:ext cx="1038225" cy="260350"/>
          </a:xfrm>
          <a:prstGeom prst="rect">
            <a:avLst/>
          </a:prstGeom>
          <a:noFill/>
          <a:ln w="9525" cmpd="sng" algn="ctr">
            <a:solidFill>
              <a:schemeClr val="tx1"/>
            </a:solidFill>
          </a:ln>
          <a:effectLst/>
          <a:extLst>
            <a:ext uri="{909E8E84-426E-40DD-AFC4-6F175D3DCCD1}">
              <a14:hiddenFill xmlns:a14="http://schemas.microsoft.com/office/drawing/2010/main">
                <a:solidFill>
                  <a:scrgbClr r="0" g="0" b="0"/>
                </a:solidFill>
              </a14:hiddenFill>
            </a:ext>
          </a:extLst>
        </p:spPr>
        <p:txBody>
          <a:bodyPr vert="horz" wrap="none" lIns="0" tIns="23813" rIns="0" bIns="23813" rtlCol="0" anchor="ctr">
            <a:noAutofit/>
          </a:bodyPr>
          <a:lstStyle>
            <a:lvl1pPr marL="0" indent="0" algn="l" defTabSz="6858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18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2pPr>
            <a:lvl3pPr marL="54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3pPr>
            <a:lvl4pPr marL="90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4pPr>
            <a:lvl5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5pPr>
            <a:lvl6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6pPr>
            <a:lvl7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7pPr>
            <a:lvl8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8pPr>
            <a:lvl9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9pPr>
          </a:lstStyle>
          <a:p>
            <a:pPr lvl="0" algn="ctr">
              <a:spcBef>
                <a:spcPct val="0"/>
              </a:spcBef>
              <a:spcAft>
                <a:spcPct val="0"/>
              </a:spcAft>
            </a:pPr>
            <a:fld id="{458F87AB-28FD-4A78-8526-CE11C24D05F6}" type="datetime'''''''''M''''''''''a''''''''''''''''''''''''''''''''y'''''">
              <a:rPr lang="en-US" altLang="en-US" b="1" smtClean="0"/>
              <a:pPr lvl="0" algn="ctr">
                <a:spcBef>
                  <a:spcPct val="0"/>
                </a:spcBef>
                <a:spcAft>
                  <a:spcPct val="0"/>
                </a:spcAft>
              </a:pPr>
              <a:t>May</a:t>
            </a:fld>
            <a:endParaRPr lang="en-US" b="1"/>
          </a:p>
        </p:txBody>
      </p:sp>
      <p:sp>
        <p:nvSpPr>
          <p:cNvPr id="210" name="Text Placeholder 2">
            <a:extLst>
              <a:ext uri="{FF2B5EF4-FFF2-40B4-BE49-F238E27FC236}">
                <a16:creationId xmlns:a16="http://schemas.microsoft.com/office/drawing/2014/main" id="{076F94A2-50F8-430F-B46C-2D50472D7A69}"/>
              </a:ext>
            </a:extLst>
          </p:cNvPr>
          <p:cNvSpPr>
            <a:spLocks noGrp="1"/>
          </p:cNvSpPr>
          <p:nvPr>
            <p:custDataLst>
              <p:tags r:id="rId3"/>
            </p:custDataLst>
          </p:nvPr>
        </p:nvSpPr>
        <p:spPr bwMode="auto">
          <a:xfrm>
            <a:off x="6710363" y="1739900"/>
            <a:ext cx="2074863" cy="260350"/>
          </a:xfrm>
          <a:prstGeom prst="rect">
            <a:avLst/>
          </a:prstGeom>
          <a:noFill/>
          <a:ln w="9525" cmpd="sng" algn="ctr">
            <a:solidFill>
              <a:schemeClr val="tx1"/>
            </a:solidFill>
          </a:ln>
          <a:effectLst/>
          <a:extLst>
            <a:ext uri="{909E8E84-426E-40DD-AFC4-6F175D3DCCD1}">
              <a14:hiddenFill xmlns:a14="http://schemas.microsoft.com/office/drawing/2010/main">
                <a:solidFill>
                  <a:scrgbClr r="0" g="0" b="0"/>
                </a:solidFill>
              </a14:hiddenFill>
            </a:ext>
          </a:extLst>
        </p:spPr>
        <p:txBody>
          <a:bodyPr vert="horz" wrap="none" lIns="0" tIns="23813" rIns="0" bIns="23813" rtlCol="0" anchor="ctr">
            <a:noAutofit/>
          </a:bodyPr>
          <a:lstStyle>
            <a:lvl1pPr marL="0" indent="0" algn="l" defTabSz="6858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18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2pPr>
            <a:lvl3pPr marL="54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3pPr>
            <a:lvl4pPr marL="90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4pPr>
            <a:lvl5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5pPr>
            <a:lvl6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6pPr>
            <a:lvl7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7pPr>
            <a:lvl8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8pPr>
            <a:lvl9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9pPr>
          </a:lstStyle>
          <a:p>
            <a:pPr lvl="0" algn="ctr">
              <a:spcBef>
                <a:spcPct val="0"/>
              </a:spcBef>
              <a:spcAft>
                <a:spcPct val="0"/>
              </a:spcAft>
            </a:pPr>
            <a:fld id="{615F521C-7DE5-4B49-AFEE-750FE5B9B7C7}" type="datetime'''''J''''''''''''''un'''''''''''''''''''''''''">
              <a:rPr lang="en-US" altLang="en-US" b="1" smtClean="0"/>
              <a:pPr lvl="0" algn="ctr">
                <a:spcBef>
                  <a:spcPct val="0"/>
                </a:spcBef>
                <a:spcAft>
                  <a:spcPct val="0"/>
                </a:spcAft>
              </a:pPr>
              <a:t>Jun</a:t>
            </a:fld>
            <a:endParaRPr lang="en-US" b="1"/>
          </a:p>
        </p:txBody>
      </p:sp>
      <p:cxnSp>
        <p:nvCxnSpPr>
          <p:cNvPr id="103" name="Straight Connector 102">
            <a:extLst>
              <a:ext uri="{FF2B5EF4-FFF2-40B4-BE49-F238E27FC236}">
                <a16:creationId xmlns:a16="http://schemas.microsoft.com/office/drawing/2014/main" id="{47954010-791B-499E-BC15-83B09B059430}"/>
              </a:ext>
            </a:extLst>
          </p:cNvPr>
          <p:cNvCxnSpPr/>
          <p:nvPr>
            <p:custDataLst>
              <p:tags r:id="rId4"/>
            </p:custDataLst>
          </p:nvPr>
        </p:nvCxnSpPr>
        <p:spPr bwMode="auto">
          <a:xfrm>
            <a:off x="6710363" y="2000250"/>
            <a:ext cx="0" cy="2479675"/>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3E396251-4746-4D45-ACED-06B2ACBE564B}"/>
              </a:ext>
            </a:extLst>
          </p:cNvPr>
          <p:cNvCxnSpPr/>
          <p:nvPr>
            <p:custDataLst>
              <p:tags r:id="rId5"/>
            </p:custDataLst>
          </p:nvPr>
        </p:nvCxnSpPr>
        <p:spPr bwMode="auto">
          <a:xfrm>
            <a:off x="5672138" y="2000250"/>
            <a:ext cx="0" cy="2479675"/>
          </a:xfrm>
          <a:prstGeom prst="line">
            <a:avLst/>
          </a:prstGeom>
          <a:ln w="952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04F3391-58D0-4DE8-BF1F-E1CC9503F8BD}"/>
              </a:ext>
            </a:extLst>
          </p:cNvPr>
          <p:cNvCxnSpPr/>
          <p:nvPr>
            <p:custDataLst>
              <p:tags r:id="rId6"/>
            </p:custDataLst>
          </p:nvPr>
        </p:nvCxnSpPr>
        <p:spPr bwMode="auto">
          <a:xfrm>
            <a:off x="8785225" y="2000250"/>
            <a:ext cx="0" cy="2479675"/>
          </a:xfrm>
          <a:prstGeom prst="line">
            <a:avLst/>
          </a:prstGeom>
          <a:ln w="952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8" name="Straight Connector 77">
            <a:extLst>
              <a:ext uri="{FF2B5EF4-FFF2-40B4-BE49-F238E27FC236}">
                <a16:creationId xmlns:a16="http://schemas.microsoft.com/office/drawing/2014/main" id="{680E1756-C802-4702-9364-0370C5D6674D}"/>
              </a:ext>
            </a:extLst>
          </p:cNvPr>
          <p:cNvCxnSpPr/>
          <p:nvPr>
            <p:custDataLst>
              <p:tags r:id="rId7"/>
            </p:custDataLst>
          </p:nvPr>
        </p:nvCxnSpPr>
        <p:spPr bwMode="auto">
          <a:xfrm>
            <a:off x="3619500" y="2000250"/>
            <a:ext cx="0" cy="2479675"/>
          </a:xfrm>
          <a:prstGeom prst="line">
            <a:avLst/>
          </a:prstGeom>
          <a:ln w="952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2" name="Straight Connector 171">
            <a:extLst>
              <a:ext uri="{FF2B5EF4-FFF2-40B4-BE49-F238E27FC236}">
                <a16:creationId xmlns:a16="http://schemas.microsoft.com/office/drawing/2014/main" id="{23C7D541-3828-4731-83D5-5EF71C4493A9}"/>
              </a:ext>
            </a:extLst>
          </p:cNvPr>
          <p:cNvCxnSpPr/>
          <p:nvPr>
            <p:custDataLst>
              <p:tags r:id="rId8"/>
            </p:custDataLst>
          </p:nvPr>
        </p:nvCxnSpPr>
        <p:spPr bwMode="auto">
          <a:xfrm>
            <a:off x="3619500" y="2516188"/>
            <a:ext cx="5165725" cy="0"/>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5" name="Straight Connector 164">
            <a:extLst>
              <a:ext uri="{FF2B5EF4-FFF2-40B4-BE49-F238E27FC236}">
                <a16:creationId xmlns:a16="http://schemas.microsoft.com/office/drawing/2014/main" id="{E7BE1999-7B9E-4131-89EC-07B89E02DC28}"/>
              </a:ext>
            </a:extLst>
          </p:cNvPr>
          <p:cNvCxnSpPr/>
          <p:nvPr>
            <p:custDataLst>
              <p:tags r:id="rId9"/>
            </p:custDataLst>
          </p:nvPr>
        </p:nvCxnSpPr>
        <p:spPr bwMode="auto">
          <a:xfrm>
            <a:off x="3619500" y="3446463"/>
            <a:ext cx="5165725" cy="0"/>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69915F23-DB9C-488F-8BF4-D20FAAEA68DE}"/>
              </a:ext>
            </a:extLst>
          </p:cNvPr>
          <p:cNvCxnSpPr/>
          <p:nvPr>
            <p:custDataLst>
              <p:tags r:id="rId10"/>
            </p:custDataLst>
          </p:nvPr>
        </p:nvCxnSpPr>
        <p:spPr bwMode="auto">
          <a:xfrm>
            <a:off x="3619500" y="3962400"/>
            <a:ext cx="5165725" cy="0"/>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0" name="Straight Connector 79">
            <a:extLst>
              <a:ext uri="{FF2B5EF4-FFF2-40B4-BE49-F238E27FC236}">
                <a16:creationId xmlns:a16="http://schemas.microsoft.com/office/drawing/2014/main" id="{CE57BE0C-72F6-4C37-91F5-F5A53C40D277}"/>
              </a:ext>
            </a:extLst>
          </p:cNvPr>
          <p:cNvCxnSpPr/>
          <p:nvPr>
            <p:custDataLst>
              <p:tags r:id="rId11"/>
            </p:custDataLst>
          </p:nvPr>
        </p:nvCxnSpPr>
        <p:spPr bwMode="auto">
          <a:xfrm>
            <a:off x="3619500" y="4479925"/>
            <a:ext cx="5165725" cy="0"/>
          </a:xfrm>
          <a:prstGeom prst="line">
            <a:avLst/>
          </a:prstGeom>
          <a:ln w="952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9" name="Straight Connector 78">
            <a:extLst>
              <a:ext uri="{FF2B5EF4-FFF2-40B4-BE49-F238E27FC236}">
                <a16:creationId xmlns:a16="http://schemas.microsoft.com/office/drawing/2014/main" id="{AE2C0E0E-5616-46DE-8691-0C489F6375E2}"/>
              </a:ext>
            </a:extLst>
          </p:cNvPr>
          <p:cNvCxnSpPr/>
          <p:nvPr>
            <p:custDataLst>
              <p:tags r:id="rId12"/>
            </p:custDataLst>
          </p:nvPr>
        </p:nvCxnSpPr>
        <p:spPr bwMode="auto">
          <a:xfrm>
            <a:off x="3619500" y="2000250"/>
            <a:ext cx="5165725" cy="0"/>
          </a:xfrm>
          <a:prstGeom prst="line">
            <a:avLst/>
          </a:prstGeom>
          <a:ln w="952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6" name="Text Placeholder 2">
            <a:extLst>
              <a:ext uri="{FF2B5EF4-FFF2-40B4-BE49-F238E27FC236}">
                <a16:creationId xmlns:a16="http://schemas.microsoft.com/office/drawing/2014/main" id="{076F94A2-50F8-430F-B46C-2D50472D7A69}"/>
              </a:ext>
            </a:extLst>
          </p:cNvPr>
          <p:cNvSpPr>
            <a:spLocks noGrp="1"/>
          </p:cNvSpPr>
          <p:nvPr>
            <p:custDataLst>
              <p:tags r:id="rId13"/>
            </p:custDataLst>
          </p:nvPr>
        </p:nvSpPr>
        <p:spPr bwMode="auto">
          <a:xfrm>
            <a:off x="5672138" y="2111375"/>
            <a:ext cx="1038225" cy="295275"/>
          </a:xfrm>
          <a:prstGeom prst="homePlate">
            <a:avLst>
              <a:gd name="adj" fmla="val 18280"/>
            </a:avLst>
          </a:prstGeom>
          <a:solidFill>
            <a:schemeClr val="hlink"/>
          </a:solidFill>
          <a:ln w="9525" cmpd="sng" algn="ctr">
            <a:solidFill>
              <a:schemeClr val="tx1"/>
            </a:solidFill>
          </a:ln>
          <a:effectLst/>
        </p:spPr>
        <p:txBody>
          <a:bodyPr vert="horz" wrap="none" lIns="90488" tIns="46038" rIns="0" bIns="46038" rtlCol="0" anchor="ctr">
            <a:noAutofit/>
          </a:bodyPr>
          <a:lstStyle>
            <a:lvl1pPr marL="0" indent="0" algn="l" defTabSz="6858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18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2pPr>
            <a:lvl3pPr marL="54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3pPr>
            <a:lvl4pPr marL="90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4pPr>
            <a:lvl5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5pPr>
            <a:lvl6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6pPr>
            <a:lvl7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7pPr>
            <a:lvl8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8pPr>
            <a:lvl9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9pPr>
          </a:lstStyle>
          <a:p>
            <a:pPr lvl="0">
              <a:spcBef>
                <a:spcPct val="0"/>
              </a:spcBef>
              <a:spcAft>
                <a:spcPct val="0"/>
              </a:spcAft>
            </a:pPr>
            <a:endParaRPr lang="en-US">
              <a:solidFill>
                <a:schemeClr val="bg1"/>
              </a:solidFill>
            </a:endParaRPr>
          </a:p>
        </p:txBody>
      </p:sp>
      <p:sp>
        <p:nvSpPr>
          <p:cNvPr id="167" name="Text Placeholder 2">
            <a:extLst>
              <a:ext uri="{FF2B5EF4-FFF2-40B4-BE49-F238E27FC236}">
                <a16:creationId xmlns:a16="http://schemas.microsoft.com/office/drawing/2014/main" id="{85909344-A556-4EE2-BA80-7BCB0D542FFF}"/>
              </a:ext>
            </a:extLst>
          </p:cNvPr>
          <p:cNvSpPr>
            <a:spLocks noGrp="1"/>
          </p:cNvSpPr>
          <p:nvPr>
            <p:custDataLst>
              <p:tags r:id="rId14"/>
            </p:custDataLst>
          </p:nvPr>
        </p:nvSpPr>
        <p:spPr bwMode="auto">
          <a:xfrm>
            <a:off x="5672138" y="2627313"/>
            <a:ext cx="1038225" cy="295275"/>
          </a:xfrm>
          <a:prstGeom prst="homePlate">
            <a:avLst>
              <a:gd name="adj" fmla="val 18280"/>
            </a:avLst>
          </a:prstGeom>
          <a:solidFill>
            <a:schemeClr val="hlink"/>
          </a:solidFill>
          <a:ln w="9525" cmpd="sng" algn="ctr">
            <a:solidFill>
              <a:schemeClr val="tx1"/>
            </a:solidFill>
          </a:ln>
          <a:effectLst/>
        </p:spPr>
        <p:txBody>
          <a:bodyPr vert="horz" wrap="none" lIns="90488" tIns="46038" rIns="0" bIns="46038" rtlCol="0" anchor="ctr">
            <a:noAutofit/>
          </a:bodyPr>
          <a:lstStyle>
            <a:lvl1pPr marL="0" indent="0" algn="l" defTabSz="6858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18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2pPr>
            <a:lvl3pPr marL="54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3pPr>
            <a:lvl4pPr marL="90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4pPr>
            <a:lvl5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5pPr>
            <a:lvl6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6pPr>
            <a:lvl7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7pPr>
            <a:lvl8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8pPr>
            <a:lvl9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9pPr>
          </a:lstStyle>
          <a:p>
            <a:pPr lvl="0">
              <a:spcBef>
                <a:spcPct val="0"/>
              </a:spcBef>
              <a:spcAft>
                <a:spcPct val="0"/>
              </a:spcAft>
            </a:pPr>
            <a:endParaRPr lang="en-US">
              <a:solidFill>
                <a:schemeClr val="bg1"/>
              </a:solidFill>
            </a:endParaRPr>
          </a:p>
        </p:txBody>
      </p:sp>
      <p:sp>
        <p:nvSpPr>
          <p:cNvPr id="171" name="Text Placeholder 2">
            <a:extLst>
              <a:ext uri="{FF2B5EF4-FFF2-40B4-BE49-F238E27FC236}">
                <a16:creationId xmlns:a16="http://schemas.microsoft.com/office/drawing/2014/main" id="{F53AA14F-D756-482D-9030-78B7C639CDD4}"/>
              </a:ext>
            </a:extLst>
          </p:cNvPr>
          <p:cNvSpPr>
            <a:spLocks noGrp="1"/>
          </p:cNvSpPr>
          <p:nvPr>
            <p:custDataLst>
              <p:tags r:id="rId15"/>
            </p:custDataLst>
          </p:nvPr>
        </p:nvSpPr>
        <p:spPr bwMode="auto">
          <a:xfrm>
            <a:off x="5672138" y="3041650"/>
            <a:ext cx="1384300" cy="295275"/>
          </a:xfrm>
          <a:prstGeom prst="homePlate">
            <a:avLst>
              <a:gd name="adj" fmla="val 18280"/>
            </a:avLst>
          </a:prstGeom>
          <a:solidFill>
            <a:schemeClr val="hlink"/>
          </a:solidFill>
          <a:ln w="9525" cmpd="sng" algn="ctr">
            <a:solidFill>
              <a:schemeClr val="tx1"/>
            </a:solidFill>
          </a:ln>
          <a:effectLst/>
        </p:spPr>
        <p:txBody>
          <a:bodyPr vert="horz" wrap="none" lIns="90488" tIns="46038" rIns="0" bIns="46038" rtlCol="0" anchor="ctr">
            <a:noAutofit/>
          </a:bodyPr>
          <a:lstStyle>
            <a:lvl1pPr marL="0" indent="0" algn="l" defTabSz="6858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18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2pPr>
            <a:lvl3pPr marL="54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3pPr>
            <a:lvl4pPr marL="90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4pPr>
            <a:lvl5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5pPr>
            <a:lvl6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6pPr>
            <a:lvl7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7pPr>
            <a:lvl8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8pPr>
            <a:lvl9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9pPr>
          </a:lstStyle>
          <a:p>
            <a:pPr lvl="0">
              <a:spcBef>
                <a:spcPct val="0"/>
              </a:spcBef>
              <a:spcAft>
                <a:spcPct val="0"/>
              </a:spcAft>
            </a:pPr>
            <a:endParaRPr lang="en-US">
              <a:solidFill>
                <a:schemeClr val="bg1"/>
              </a:solidFill>
            </a:endParaRPr>
          </a:p>
        </p:txBody>
      </p:sp>
      <p:sp>
        <p:nvSpPr>
          <p:cNvPr id="173" name="Text Placeholder 2">
            <a:extLst>
              <a:ext uri="{FF2B5EF4-FFF2-40B4-BE49-F238E27FC236}">
                <a16:creationId xmlns:a16="http://schemas.microsoft.com/office/drawing/2014/main" id="{06B84FE7-08A9-44AE-A4B1-20DD56B9FAD5}"/>
              </a:ext>
            </a:extLst>
          </p:cNvPr>
          <p:cNvSpPr>
            <a:spLocks noGrp="1"/>
          </p:cNvSpPr>
          <p:nvPr>
            <p:custDataLst>
              <p:tags r:id="rId16"/>
            </p:custDataLst>
          </p:nvPr>
        </p:nvSpPr>
        <p:spPr bwMode="auto">
          <a:xfrm>
            <a:off x="6710363" y="3557588"/>
            <a:ext cx="806450" cy="295275"/>
          </a:xfrm>
          <a:prstGeom prst="homePlate">
            <a:avLst>
              <a:gd name="adj" fmla="val 18280"/>
            </a:avLst>
          </a:prstGeom>
          <a:solidFill>
            <a:schemeClr val="hlink"/>
          </a:solidFill>
          <a:ln w="9525" cmpd="sng" algn="ctr">
            <a:solidFill>
              <a:schemeClr val="tx1"/>
            </a:solidFill>
          </a:ln>
          <a:effectLst/>
        </p:spPr>
        <p:txBody>
          <a:bodyPr vert="horz" wrap="none" lIns="90488" tIns="46038" rIns="0" bIns="46038" rtlCol="0" anchor="ctr">
            <a:noAutofit/>
          </a:bodyPr>
          <a:lstStyle>
            <a:lvl1pPr marL="0" indent="0" algn="l" defTabSz="6858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18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2pPr>
            <a:lvl3pPr marL="54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3pPr>
            <a:lvl4pPr marL="90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4pPr>
            <a:lvl5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5pPr>
            <a:lvl6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6pPr>
            <a:lvl7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7pPr>
            <a:lvl8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8pPr>
            <a:lvl9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9pPr>
          </a:lstStyle>
          <a:p>
            <a:pPr lvl="0">
              <a:spcBef>
                <a:spcPct val="0"/>
              </a:spcBef>
              <a:spcAft>
                <a:spcPct val="0"/>
              </a:spcAft>
            </a:pPr>
            <a:endParaRPr lang="en-US">
              <a:solidFill>
                <a:schemeClr val="bg1"/>
              </a:solidFill>
            </a:endParaRPr>
          </a:p>
        </p:txBody>
      </p:sp>
      <p:sp>
        <p:nvSpPr>
          <p:cNvPr id="174" name="Text Placeholder 2">
            <a:extLst>
              <a:ext uri="{FF2B5EF4-FFF2-40B4-BE49-F238E27FC236}">
                <a16:creationId xmlns:a16="http://schemas.microsoft.com/office/drawing/2014/main" id="{128A9A83-DA0A-430C-89BF-44A05E1A0EDF}"/>
              </a:ext>
            </a:extLst>
          </p:cNvPr>
          <p:cNvSpPr>
            <a:spLocks noGrp="1"/>
          </p:cNvSpPr>
          <p:nvPr>
            <p:custDataLst>
              <p:tags r:id="rId17"/>
            </p:custDataLst>
          </p:nvPr>
        </p:nvSpPr>
        <p:spPr bwMode="auto">
          <a:xfrm>
            <a:off x="7516813" y="4073525"/>
            <a:ext cx="806450" cy="295275"/>
          </a:xfrm>
          <a:prstGeom prst="homePlate">
            <a:avLst>
              <a:gd name="adj" fmla="val 18280"/>
            </a:avLst>
          </a:prstGeom>
          <a:solidFill>
            <a:srgbClr val="808080"/>
          </a:solidFill>
          <a:ln w="9525" cmpd="sng" algn="ctr">
            <a:solidFill>
              <a:schemeClr val="tx1"/>
            </a:solidFill>
          </a:ln>
          <a:effectLst/>
        </p:spPr>
        <p:txBody>
          <a:bodyPr vert="horz" wrap="none" lIns="90488" tIns="46038" rIns="0" bIns="46038" rtlCol="0" anchor="ctr">
            <a:noAutofit/>
          </a:bodyPr>
          <a:lstStyle>
            <a:lvl1pPr marL="0" indent="0" algn="l" defTabSz="6858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18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2pPr>
            <a:lvl3pPr marL="54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3pPr>
            <a:lvl4pPr marL="90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4pPr>
            <a:lvl5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5pPr>
            <a:lvl6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6pPr>
            <a:lvl7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7pPr>
            <a:lvl8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8pPr>
            <a:lvl9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9pPr>
          </a:lstStyle>
          <a:p>
            <a:pPr lvl="0">
              <a:spcBef>
                <a:spcPct val="0"/>
              </a:spcBef>
              <a:spcAft>
                <a:spcPct val="0"/>
              </a:spcAft>
            </a:pPr>
            <a:endParaRPr lang="en-US">
              <a:solidFill>
                <a:schemeClr val="bg1"/>
              </a:solidFill>
            </a:endParaRPr>
          </a:p>
        </p:txBody>
      </p:sp>
      <p:sp>
        <p:nvSpPr>
          <p:cNvPr id="29" name="Text Placeholder 2">
            <a:extLst>
              <a:ext uri="{FF2B5EF4-FFF2-40B4-BE49-F238E27FC236}">
                <a16:creationId xmlns:a16="http://schemas.microsoft.com/office/drawing/2014/main" id="{076F94A2-50F8-430F-B46C-2D50472D7A69}"/>
              </a:ext>
            </a:extLst>
          </p:cNvPr>
          <p:cNvSpPr>
            <a:spLocks noGrp="1"/>
          </p:cNvSpPr>
          <p:nvPr>
            <p:custDataLst>
              <p:tags r:id="rId18"/>
            </p:custDataLst>
          </p:nvPr>
        </p:nvSpPr>
        <p:spPr bwMode="auto">
          <a:xfrm>
            <a:off x="3690938" y="2152650"/>
            <a:ext cx="15208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t">
            <a:noAutofit/>
          </a:bodyPr>
          <a:lstStyle>
            <a:lvl1pPr marL="0" indent="0" algn="l" defTabSz="6858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18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2pPr>
            <a:lvl3pPr marL="54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3pPr>
            <a:lvl4pPr marL="90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4pPr>
            <a:lvl5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5pPr>
            <a:lvl6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6pPr>
            <a:lvl7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7pPr>
            <a:lvl8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8pPr>
            <a:lvl9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9pPr>
          </a:lstStyle>
          <a:p>
            <a:pPr lvl="0">
              <a:spcBef>
                <a:spcPct val="0"/>
              </a:spcBef>
              <a:spcAft>
                <a:spcPct val="0"/>
              </a:spcAft>
            </a:pPr>
            <a:fld id="{FA4A97D7-0250-46F0-94E5-1E1B64985068}" type="datetime'''F''''i''nal''''i''''''z''''e Q&amp;''''''''A'''' d''''atas''et'">
              <a:rPr lang="en-US" altLang="en-US" smtClean="0"/>
              <a:pPr lvl="0">
                <a:spcBef>
                  <a:spcPct val="0"/>
                </a:spcBef>
                <a:spcAft>
                  <a:spcPct val="0"/>
                </a:spcAft>
              </a:pPr>
              <a:t>Finalize Q&amp;A dataset</a:t>
            </a:fld>
            <a:endParaRPr lang="en-US"/>
          </a:p>
        </p:txBody>
      </p:sp>
      <p:sp>
        <p:nvSpPr>
          <p:cNvPr id="30" name="Text Placeholder 2">
            <a:extLst>
              <a:ext uri="{FF2B5EF4-FFF2-40B4-BE49-F238E27FC236}">
                <a16:creationId xmlns:a16="http://schemas.microsoft.com/office/drawing/2014/main" id="{076F94A2-50F8-430F-B46C-2D50472D7A69}"/>
              </a:ext>
            </a:extLst>
          </p:cNvPr>
          <p:cNvSpPr>
            <a:spLocks noGrp="1"/>
          </p:cNvSpPr>
          <p:nvPr>
            <p:custDataLst>
              <p:tags r:id="rId19"/>
            </p:custDataLst>
          </p:nvPr>
        </p:nvSpPr>
        <p:spPr bwMode="auto">
          <a:xfrm>
            <a:off x="3690938" y="2668588"/>
            <a:ext cx="17748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t">
            <a:noAutofit/>
          </a:bodyPr>
          <a:lstStyle>
            <a:lvl1pPr marL="0" indent="0" algn="l" defTabSz="6858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18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2pPr>
            <a:lvl3pPr marL="54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3pPr>
            <a:lvl4pPr marL="90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4pPr>
            <a:lvl5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5pPr>
            <a:lvl6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6pPr>
            <a:lvl7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7pPr>
            <a:lvl8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8pPr>
            <a:lvl9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9pPr>
          </a:lstStyle>
          <a:p>
            <a:pPr lvl="0">
              <a:spcBef>
                <a:spcPct val="0"/>
              </a:spcBef>
              <a:spcAft>
                <a:spcPct val="0"/>
              </a:spcAft>
            </a:pPr>
            <a:fld id="{F2E6790C-1F49-4587-BD0B-E3AB294B06CE}" type="datetime'F''''ina''''lize ''''BE''R''T'' f''i''ne''-''t''u''ni''n''''g'">
              <a:rPr lang="en-US" altLang="en-US" smtClean="0"/>
              <a:pPr lvl="0">
                <a:spcBef>
                  <a:spcPct val="0"/>
                </a:spcBef>
                <a:spcAft>
                  <a:spcPct val="0"/>
                </a:spcAft>
              </a:pPr>
              <a:t>Finalize BERT fine-tuning</a:t>
            </a:fld>
            <a:endParaRPr lang="en-US"/>
          </a:p>
        </p:txBody>
      </p:sp>
      <p:sp>
        <p:nvSpPr>
          <p:cNvPr id="31" name="Text Placeholder 2">
            <a:extLst>
              <a:ext uri="{FF2B5EF4-FFF2-40B4-BE49-F238E27FC236}">
                <a16:creationId xmlns:a16="http://schemas.microsoft.com/office/drawing/2014/main" id="{076F94A2-50F8-430F-B46C-2D50472D7A69}"/>
              </a:ext>
            </a:extLst>
          </p:cNvPr>
          <p:cNvSpPr>
            <a:spLocks noGrp="1"/>
          </p:cNvSpPr>
          <p:nvPr>
            <p:custDataLst>
              <p:tags r:id="rId20"/>
            </p:custDataLst>
          </p:nvPr>
        </p:nvSpPr>
        <p:spPr bwMode="auto">
          <a:xfrm>
            <a:off x="3690938" y="3082925"/>
            <a:ext cx="1909763"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t">
            <a:noAutofit/>
          </a:bodyPr>
          <a:lstStyle>
            <a:lvl1pPr marL="0" indent="0" algn="l" defTabSz="6858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18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2pPr>
            <a:lvl3pPr marL="54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3pPr>
            <a:lvl4pPr marL="90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4pPr>
            <a:lvl5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5pPr>
            <a:lvl6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6pPr>
            <a:lvl7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7pPr>
            <a:lvl8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8pPr>
            <a:lvl9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9pPr>
          </a:lstStyle>
          <a:p>
            <a:pPr lvl="0">
              <a:spcBef>
                <a:spcPct val="0"/>
              </a:spcBef>
              <a:spcAft>
                <a:spcPct val="0"/>
              </a:spcAft>
            </a:pPr>
            <a:fld id="{9BE7E64B-0AA8-4327-A9D2-912AE992BCCC}" type="datetime'I''m''plemen''''''t'''' Vic''''u''n''''''''a'' ''pipe''line'">
              <a:rPr lang="en-US" altLang="en-US" smtClean="0"/>
              <a:pPr lvl="0">
                <a:spcBef>
                  <a:spcPct val="0"/>
                </a:spcBef>
                <a:spcAft>
                  <a:spcPct val="0"/>
                </a:spcAft>
              </a:pPr>
              <a:t>Implement Vicuna pipeline</a:t>
            </a:fld>
            <a:endParaRPr lang="en-US"/>
          </a:p>
        </p:txBody>
      </p:sp>
      <p:sp>
        <p:nvSpPr>
          <p:cNvPr id="32" name="Text Placeholder 2">
            <a:extLst>
              <a:ext uri="{FF2B5EF4-FFF2-40B4-BE49-F238E27FC236}">
                <a16:creationId xmlns:a16="http://schemas.microsoft.com/office/drawing/2014/main" id="{076F94A2-50F8-430F-B46C-2D50472D7A69}"/>
              </a:ext>
            </a:extLst>
          </p:cNvPr>
          <p:cNvSpPr>
            <a:spLocks noGrp="1"/>
          </p:cNvSpPr>
          <p:nvPr>
            <p:custDataLst>
              <p:tags r:id="rId21"/>
            </p:custDataLst>
          </p:nvPr>
        </p:nvSpPr>
        <p:spPr bwMode="auto">
          <a:xfrm>
            <a:off x="3690937" y="3598863"/>
            <a:ext cx="1365250"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t">
            <a:noAutofit/>
          </a:bodyPr>
          <a:lstStyle>
            <a:lvl1pPr marL="0" indent="0" algn="l" defTabSz="6858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18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2pPr>
            <a:lvl3pPr marL="54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3pPr>
            <a:lvl4pPr marL="90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4pPr>
            <a:lvl5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5pPr>
            <a:lvl6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6pPr>
            <a:lvl7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7pPr>
            <a:lvl8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8pPr>
            <a:lvl9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9pPr>
          </a:lstStyle>
          <a:p>
            <a:pPr lvl="0">
              <a:spcBef>
                <a:spcPct val="0"/>
              </a:spcBef>
              <a:spcAft>
                <a:spcPct val="0"/>
              </a:spcAft>
            </a:pPr>
            <a:fld id="{324B3879-8E5B-489E-88E6-66CBD6DE1048}" type="datetime'Ev''''''''alu''''at''e'' a''ll'' mo''''''''''''d''e''''''ls'">
              <a:rPr lang="en-US" altLang="en-US" smtClean="0"/>
              <a:pPr lvl="0">
                <a:spcBef>
                  <a:spcPct val="0"/>
                </a:spcBef>
                <a:spcAft>
                  <a:spcPct val="0"/>
                </a:spcAft>
              </a:pPr>
              <a:t>Evaluate all models</a:t>
            </a:fld>
            <a:endParaRPr lang="en-US"/>
          </a:p>
        </p:txBody>
      </p:sp>
      <p:sp>
        <p:nvSpPr>
          <p:cNvPr id="33" name="Text Placeholder 2">
            <a:extLst>
              <a:ext uri="{FF2B5EF4-FFF2-40B4-BE49-F238E27FC236}">
                <a16:creationId xmlns:a16="http://schemas.microsoft.com/office/drawing/2014/main" id="{076F94A2-50F8-430F-B46C-2D50472D7A69}"/>
              </a:ext>
            </a:extLst>
          </p:cNvPr>
          <p:cNvSpPr>
            <a:spLocks noGrp="1"/>
          </p:cNvSpPr>
          <p:nvPr>
            <p:custDataLst>
              <p:tags r:id="rId22"/>
            </p:custDataLst>
          </p:nvPr>
        </p:nvSpPr>
        <p:spPr bwMode="auto">
          <a:xfrm>
            <a:off x="3690938" y="4114800"/>
            <a:ext cx="889000"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t">
            <a:noAutofit/>
          </a:bodyPr>
          <a:lstStyle>
            <a:lvl1pPr marL="0" indent="0" algn="l" defTabSz="6858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18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2pPr>
            <a:lvl3pPr marL="54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3pPr>
            <a:lvl4pPr marL="90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4pPr>
            <a:lvl5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5pPr>
            <a:lvl6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6pPr>
            <a:lvl7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7pPr>
            <a:lvl8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8pPr>
            <a:lvl9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9pPr>
          </a:lstStyle>
          <a:p>
            <a:pPr lvl="0">
              <a:spcBef>
                <a:spcPct val="0"/>
              </a:spcBef>
              <a:spcAft>
                <a:spcPct val="0"/>
              </a:spcAft>
            </a:pPr>
            <a:fld id="{C7C73B1F-4A2B-4945-B216-5B6AF5739EAB}" type="datetime'W''''r''''''''''''''i''''t''e ''''p''''''''a''per'''''">
              <a:rPr lang="en-US" altLang="en-US" smtClean="0"/>
              <a:pPr lvl="0">
                <a:spcBef>
                  <a:spcPct val="0"/>
                </a:spcBef>
                <a:spcAft>
                  <a:spcPct val="0"/>
                </a:spcAft>
              </a:pPr>
              <a:t>Write paper</a:t>
            </a:fld>
            <a:endParaRPr lang="en-US"/>
          </a:p>
        </p:txBody>
      </p:sp>
      <p:sp>
        <p:nvSpPr>
          <p:cNvPr id="35" name="Text Placeholder 2">
            <a:extLst>
              <a:ext uri="{FF2B5EF4-FFF2-40B4-BE49-F238E27FC236}">
                <a16:creationId xmlns:a16="http://schemas.microsoft.com/office/drawing/2014/main" id="{076F94A2-50F8-430F-B46C-2D50472D7A69}"/>
              </a:ext>
            </a:extLst>
          </p:cNvPr>
          <p:cNvSpPr>
            <a:spLocks noGrp="1"/>
          </p:cNvSpPr>
          <p:nvPr>
            <p:custDataLst>
              <p:tags r:id="rId23"/>
            </p:custDataLst>
          </p:nvPr>
        </p:nvSpPr>
        <p:spPr bwMode="auto">
          <a:xfrm>
            <a:off x="3690938" y="1763713"/>
            <a:ext cx="66357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b">
            <a:noAutofit/>
          </a:bodyPr>
          <a:lstStyle>
            <a:lvl1pPr marL="0" indent="0" algn="l" defTabSz="6858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18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2pPr>
            <a:lvl3pPr marL="54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3pPr>
            <a:lvl4pPr marL="90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4pPr>
            <a:lvl5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5pPr>
            <a:lvl6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6pPr>
            <a:lvl7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7pPr>
            <a:lvl8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8pPr>
            <a:lvl9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9pPr>
          </a:lstStyle>
          <a:p>
            <a:pPr lvl="0">
              <a:spcBef>
                <a:spcPct val="0"/>
              </a:spcBef>
              <a:spcAft>
                <a:spcPct val="0"/>
              </a:spcAft>
            </a:pPr>
            <a:fld id="{49B22714-5A59-4107-A959-84B490978AFD}" type="datetime'Act''''i''''''''''''''vit''''''''''''y'''''">
              <a:rPr lang="en-US" altLang="en-US" b="1" smtClean="0"/>
              <a:pPr lvl="0">
                <a:spcBef>
                  <a:spcPct val="0"/>
                </a:spcBef>
                <a:spcAft>
                  <a:spcPct val="0"/>
                </a:spcAft>
              </a:pPr>
              <a:t>Activity</a:t>
            </a:fld>
            <a:endParaRPr lang="en-US" b="1"/>
          </a:p>
        </p:txBody>
      </p:sp>
      <p:grpSp>
        <p:nvGrpSpPr>
          <p:cNvPr id="183" name="Group 182">
            <a:extLst>
              <a:ext uri="{FF2B5EF4-FFF2-40B4-BE49-F238E27FC236}">
                <a16:creationId xmlns:a16="http://schemas.microsoft.com/office/drawing/2014/main" id="{095B56C4-C77F-46D9-B09E-24CACF017958}"/>
              </a:ext>
            </a:extLst>
          </p:cNvPr>
          <p:cNvGrpSpPr/>
          <p:nvPr/>
        </p:nvGrpSpPr>
        <p:grpSpPr>
          <a:xfrm>
            <a:off x="2985563" y="2001215"/>
            <a:ext cx="499010" cy="499010"/>
            <a:chOff x="3211611" y="1142708"/>
            <a:chExt cx="1092395" cy="1092395"/>
          </a:xfrm>
        </p:grpSpPr>
        <p:sp>
          <p:nvSpPr>
            <p:cNvPr id="184" name="Oval 183">
              <a:extLst>
                <a:ext uri="{FF2B5EF4-FFF2-40B4-BE49-F238E27FC236}">
                  <a16:creationId xmlns:a16="http://schemas.microsoft.com/office/drawing/2014/main" id="{AD1C1A3A-112F-4B7A-8C64-F2D99335E8FD}"/>
                </a:ext>
              </a:extLst>
            </p:cNvPr>
            <p:cNvSpPr/>
            <p:nvPr/>
          </p:nvSpPr>
          <p:spPr>
            <a:xfrm>
              <a:off x="3211611" y="1142708"/>
              <a:ext cx="1092395" cy="1092395"/>
            </a:xfrm>
            <a:prstGeom prst="ellipse">
              <a:avLst/>
            </a:prstGeom>
            <a:solidFill>
              <a:schemeClr val="bg2"/>
            </a:solidFill>
            <a:ln w="28575" cap="flat" cmpd="sng" algn="ctr">
              <a:solidFill>
                <a:schemeClr val="accent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5" name="Picture 184">
              <a:extLst>
                <a:ext uri="{FF2B5EF4-FFF2-40B4-BE49-F238E27FC236}">
                  <a16:creationId xmlns:a16="http://schemas.microsoft.com/office/drawing/2014/main" id="{E33C7D3B-4779-4B11-B3B0-3DF21A9C0CF7}"/>
                </a:ext>
              </a:extLst>
            </p:cNvPr>
            <p:cNvPicPr>
              <a:picLocks noChangeAspect="1"/>
            </p:cNvPicPr>
            <p:nvPr/>
          </p:nvPicPr>
          <p:blipFill>
            <a:blip r:embed="rId28" cstate="screen">
              <a:extLst>
                <a:ext uri="{28A0092B-C50C-407E-A947-70E740481C1C}">
                  <a14:useLocalDpi xmlns:a14="http://schemas.microsoft.com/office/drawing/2010/main"/>
                </a:ext>
              </a:extLst>
            </a:blip>
            <a:stretch>
              <a:fillRect/>
            </a:stretch>
          </p:blipFill>
          <p:spPr>
            <a:xfrm>
              <a:off x="3452911" y="1384008"/>
              <a:ext cx="609795" cy="609795"/>
            </a:xfrm>
            <a:prstGeom prst="rect">
              <a:avLst/>
            </a:prstGeom>
          </p:spPr>
        </p:pic>
      </p:grpSp>
      <p:grpSp>
        <p:nvGrpSpPr>
          <p:cNvPr id="187" name="Group 186">
            <a:extLst>
              <a:ext uri="{FF2B5EF4-FFF2-40B4-BE49-F238E27FC236}">
                <a16:creationId xmlns:a16="http://schemas.microsoft.com/office/drawing/2014/main" id="{24FF6E2F-7B3C-4E6E-A5C8-FF871FB7A073}"/>
              </a:ext>
            </a:extLst>
          </p:cNvPr>
          <p:cNvGrpSpPr/>
          <p:nvPr/>
        </p:nvGrpSpPr>
        <p:grpSpPr>
          <a:xfrm>
            <a:off x="2985563" y="2725481"/>
            <a:ext cx="499010" cy="499010"/>
            <a:chOff x="5261559" y="1142708"/>
            <a:chExt cx="1092395" cy="1092395"/>
          </a:xfrm>
        </p:grpSpPr>
        <p:sp>
          <p:nvSpPr>
            <p:cNvPr id="188" name="Oval 187">
              <a:extLst>
                <a:ext uri="{FF2B5EF4-FFF2-40B4-BE49-F238E27FC236}">
                  <a16:creationId xmlns:a16="http://schemas.microsoft.com/office/drawing/2014/main" id="{10FE53A7-0FBB-45DC-A2CF-1EBF135E4CB3}"/>
                </a:ext>
              </a:extLst>
            </p:cNvPr>
            <p:cNvSpPr/>
            <p:nvPr/>
          </p:nvSpPr>
          <p:spPr>
            <a:xfrm>
              <a:off x="5261559" y="1142708"/>
              <a:ext cx="1092395" cy="1092395"/>
            </a:xfrm>
            <a:prstGeom prst="ellipse">
              <a:avLst/>
            </a:prstGeom>
            <a:solidFill>
              <a:schemeClr val="bg2"/>
            </a:solidFill>
            <a:ln w="28575" cap="flat" cmpd="sng" algn="ctr">
              <a:solidFill>
                <a:schemeClr val="accent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9" name="Picture 188">
              <a:extLst>
                <a:ext uri="{FF2B5EF4-FFF2-40B4-BE49-F238E27FC236}">
                  <a16:creationId xmlns:a16="http://schemas.microsoft.com/office/drawing/2014/main" id="{CEF12AB2-2916-4945-A8FF-24DD960C0288}"/>
                </a:ext>
              </a:extLst>
            </p:cNvPr>
            <p:cNvPicPr>
              <a:picLocks noChangeAspect="1"/>
            </p:cNvPicPr>
            <p:nvPr/>
          </p:nvPicPr>
          <p:blipFill>
            <a:blip r:embed="rId29" cstate="screen">
              <a:extLst>
                <a:ext uri="{28A0092B-C50C-407E-A947-70E740481C1C}">
                  <a14:useLocalDpi xmlns:a14="http://schemas.microsoft.com/office/drawing/2010/main"/>
                </a:ext>
              </a:extLst>
            </a:blip>
            <a:stretch>
              <a:fillRect/>
            </a:stretch>
          </p:blipFill>
          <p:spPr>
            <a:xfrm>
              <a:off x="5472696" y="1353846"/>
              <a:ext cx="670120" cy="670120"/>
            </a:xfrm>
            <a:prstGeom prst="rect">
              <a:avLst/>
            </a:prstGeom>
          </p:spPr>
        </p:pic>
      </p:grpSp>
      <p:grpSp>
        <p:nvGrpSpPr>
          <p:cNvPr id="191" name="Group 190">
            <a:extLst>
              <a:ext uri="{FF2B5EF4-FFF2-40B4-BE49-F238E27FC236}">
                <a16:creationId xmlns:a16="http://schemas.microsoft.com/office/drawing/2014/main" id="{E6334095-EACD-49C2-BE94-507859D8C478}"/>
              </a:ext>
            </a:extLst>
          </p:cNvPr>
          <p:cNvGrpSpPr/>
          <p:nvPr/>
        </p:nvGrpSpPr>
        <p:grpSpPr>
          <a:xfrm>
            <a:off x="2985563" y="3449747"/>
            <a:ext cx="499010" cy="499010"/>
            <a:chOff x="7311506" y="1142708"/>
            <a:chExt cx="1092395" cy="1092395"/>
          </a:xfrm>
        </p:grpSpPr>
        <p:sp>
          <p:nvSpPr>
            <p:cNvPr id="192" name="Oval 191">
              <a:extLst>
                <a:ext uri="{FF2B5EF4-FFF2-40B4-BE49-F238E27FC236}">
                  <a16:creationId xmlns:a16="http://schemas.microsoft.com/office/drawing/2014/main" id="{5800EEA5-F236-4723-82D6-DC98323F5489}"/>
                </a:ext>
              </a:extLst>
            </p:cNvPr>
            <p:cNvSpPr/>
            <p:nvPr/>
          </p:nvSpPr>
          <p:spPr>
            <a:xfrm>
              <a:off x="7311506" y="1142708"/>
              <a:ext cx="1092395" cy="1092395"/>
            </a:xfrm>
            <a:prstGeom prst="ellipse">
              <a:avLst/>
            </a:prstGeom>
            <a:solidFill>
              <a:schemeClr val="bg2"/>
            </a:solidFill>
            <a:ln w="28575" cap="flat" cmpd="sng" algn="ctr">
              <a:solidFill>
                <a:schemeClr val="accent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3" name="Picture 192">
              <a:extLst>
                <a:ext uri="{FF2B5EF4-FFF2-40B4-BE49-F238E27FC236}">
                  <a16:creationId xmlns:a16="http://schemas.microsoft.com/office/drawing/2014/main" id="{30A7E409-56AF-42E5-867D-2B2A70F973EB}"/>
                </a:ext>
              </a:extLst>
            </p:cNvPr>
            <p:cNvPicPr>
              <a:picLocks noChangeAspect="1"/>
            </p:cNvPicPr>
            <p:nvPr/>
          </p:nvPicPr>
          <p:blipFill>
            <a:blip r:embed="rId30" cstate="screen">
              <a:extLst>
                <a:ext uri="{28A0092B-C50C-407E-A947-70E740481C1C}">
                  <a14:useLocalDpi xmlns:a14="http://schemas.microsoft.com/office/drawing/2010/main"/>
                </a:ext>
              </a:extLst>
            </a:blip>
            <a:stretch>
              <a:fillRect/>
            </a:stretch>
          </p:blipFill>
          <p:spPr>
            <a:xfrm>
              <a:off x="7593807" y="1425009"/>
              <a:ext cx="527792" cy="527792"/>
            </a:xfrm>
            <a:prstGeom prst="rect">
              <a:avLst/>
            </a:prstGeom>
          </p:spPr>
        </p:pic>
      </p:grpSp>
      <p:pic>
        <p:nvPicPr>
          <p:cNvPr id="211" name="Rectangle 9" descr="{&quot;templafy&quot;:{&quot;id&quot;:&quot;ecae834d-0ceb-4a6f-9f4a-41591a350c5c&quot;}}">
            <a:extLst>
              <a:ext uri="{FF2B5EF4-FFF2-40B4-BE49-F238E27FC236}">
                <a16:creationId xmlns:a16="http://schemas.microsoft.com/office/drawing/2014/main" id="{9D6A3C8B-5F98-492A-9E21-4C5DA9A7CA20}"/>
              </a:ext>
            </a:extLst>
          </p:cNvPr>
          <p:cNvPicPr>
            <a:picLocks noChangeAspect="1"/>
          </p:cNvPicPr>
          <p:nvPr/>
        </p:nvPicPr>
        <p:blipFill>
          <a:blip r:embed="rId31" cstate="screen">
            <a:lum bright="70000" contrast="-70000"/>
            <a:extLst>
              <a:ext uri="{BEBA8EAE-BF5A-486C-A8C5-ECC9F3942E4B}">
                <a14:imgProps xmlns:a14="http://schemas.microsoft.com/office/drawing/2010/main">
                  <a14:imgLayer r:embed="rId32">
                    <a14:imgEffect>
                      <a14:artisticPhotocopy/>
                    </a14:imgEffect>
                    <a14:imgEffect>
                      <a14:colorTemperature colorTemp="7673"/>
                    </a14:imgEffect>
                  </a14:imgLayer>
                </a14:imgProps>
              </a:ext>
              <a:ext uri="{28A0092B-C50C-407E-A947-70E740481C1C}">
                <a14:useLocalDpi xmlns:a14="http://schemas.microsoft.com/office/drawing/2010/main"/>
              </a:ext>
            </a:extLst>
          </a:blip>
          <a:stretch>
            <a:fillRect/>
          </a:stretch>
        </p:blipFill>
        <p:spPr>
          <a:xfrm>
            <a:off x="358775" y="4668427"/>
            <a:ext cx="1026000" cy="212400"/>
          </a:xfrm>
          <a:prstGeom prst="rect">
            <a:avLst/>
          </a:prstGeom>
        </p:spPr>
      </p:pic>
      <p:sp>
        <p:nvSpPr>
          <p:cNvPr id="212" name="Freeform: Shape 211">
            <a:extLst>
              <a:ext uri="{FF2B5EF4-FFF2-40B4-BE49-F238E27FC236}">
                <a16:creationId xmlns:a16="http://schemas.microsoft.com/office/drawing/2014/main" id="{794D1945-C469-4D59-ACD0-DDBFA59AE88C}"/>
              </a:ext>
            </a:extLst>
          </p:cNvPr>
          <p:cNvSpPr>
            <a:spLocks noChangeAspect="1"/>
          </p:cNvSpPr>
          <p:nvPr/>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Slide Number Placeholder 9">
            <a:extLst>
              <a:ext uri="{FF2B5EF4-FFF2-40B4-BE49-F238E27FC236}">
                <a16:creationId xmlns:a16="http://schemas.microsoft.com/office/drawing/2014/main" id="{CD91DEDF-7F7B-4089-8569-5ACAE88FDB75}"/>
              </a:ext>
            </a:extLst>
          </p:cNvPr>
          <p:cNvSpPr>
            <a:spLocks noGrp="1"/>
          </p:cNvSpPr>
          <p:nvPr>
            <p:ph type="sldNum" sz="quarter" idx="12"/>
          </p:nvPr>
        </p:nvSpPr>
        <p:spPr>
          <a:xfrm>
            <a:off x="8570473" y="4767263"/>
            <a:ext cx="214752" cy="273844"/>
          </a:xfrm>
        </p:spPr>
        <p:txBody>
          <a:bodyPr/>
          <a:lstStyle>
            <a:lvl1pPr>
              <a:defRPr>
                <a:solidFill>
                  <a:schemeClr val="bg2"/>
                </a:solidFill>
              </a:defRPr>
            </a:lvl1pPr>
          </a:lstStyle>
          <a:p>
            <a:fld id="{7559FC98-AF75-4A00-A03C-DF9FEBF6BCB9}" type="slidenum">
              <a:rPr lang="en-US" smtClean="0"/>
              <a:pPr/>
              <a:t>8</a:t>
            </a:fld>
            <a:endParaRPr lang="en-US"/>
          </a:p>
        </p:txBody>
      </p:sp>
      <p:sp>
        <p:nvSpPr>
          <p:cNvPr id="214" name="Rectangle 213" descr="{&quot;templafy&quot;:{&quot;id&quot;:&quot;ab6b267f-2d54-464e-9ae8-0c683c12b29d&quot;}}">
            <a:extLst>
              <a:ext uri="{FF2B5EF4-FFF2-40B4-BE49-F238E27FC236}">
                <a16:creationId xmlns:a16="http://schemas.microsoft.com/office/drawing/2014/main" id="{2F0671E5-9D75-4926-9E0B-571A32C63D90}"/>
              </a:ext>
            </a:extLst>
          </p:cNvPr>
          <p:cNvSpPr/>
          <p:nvPr/>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800">
                <a:solidFill>
                  <a:schemeClr val="tx1"/>
                </a:solidFill>
              </a:rPr>
              <a:t>23 May 2023</a:t>
            </a:r>
          </a:p>
        </p:txBody>
      </p:sp>
      <p:sp>
        <p:nvSpPr>
          <p:cNvPr id="215" name="Rectangle 214">
            <a:extLst>
              <a:ext uri="{FF2B5EF4-FFF2-40B4-BE49-F238E27FC236}">
                <a16:creationId xmlns:a16="http://schemas.microsoft.com/office/drawing/2014/main" id="{D31F1987-4794-4D92-9347-C224C1471AB2}"/>
              </a:ext>
            </a:extLst>
          </p:cNvPr>
          <p:cNvSpPr/>
          <p:nvPr/>
        </p:nvSpPr>
        <p:spPr>
          <a:xfrm>
            <a:off x="2947463" y="1120928"/>
            <a:ext cx="5940424" cy="3444844"/>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8723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2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EE4P_LANGUAGE_ID" val="1033"/>
  <p:tag name="EE4P_STYLE_ID" val="76c3dace-94fa-48bc-8854-87ea79c82a3d"/>
  <p:tag name="THINKCELLUNDODONOTDELETE" val="0"/>
  <p:tag name="THINKCELLPRESENTATIONDONOTDELETE" val="&lt;?xml version=&quot;1.0&quot; encoding=&quot;UTF-16&quot; standalone=&quot;yes&quot;?&gt;&lt;root reqver=&quot;28224&quot;&gt;&lt;version val=&quot;35058&quot;/&gt;&lt;CPresentation id=&quot;1&quot;&gt;&lt;m_precDefaultNumber&gt;&lt;m_yearfmt&gt;&lt;begin val=&quot;0&quot;/&gt;&lt;end val=&quot;4&quot;/&gt;&lt;/m_yearfmt&gt;&lt;/m_precDefaultNumber&gt;&lt;m_precDefaultPercent&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2&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GonOOZCqVhq3jnwRHhPoS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dDVoULTnDq7u1bURxNXDIg"/>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FuKamJ8R24Q7WTOQUWG5R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kdgn.oB_4MlcOvbrqyyk2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2pEkKE5Fxdzhck9rFlO8W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8PutfusKkVnJ3PYPCBJEx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0JWudMvHiAEhXJGz7_OPB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WZZXC8idfYbNBQB1E.de_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3Gxz4i8IzLW.3oANrOoY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cLEiy9ExhE88T.o68NskWA"/>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XQmRMy8ZiA5aSywnTlG6u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gySZEeq.AQWaEUApMMYTk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7mgpEVDZFIjN3XDUSyNWO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b9PFCmEK8R7f_kQ6A9tge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xnhlP73cFq7oArO1nJ_Zk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j.xDh0WkUPD_6ZdtUknr5g"/>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PJiVmMXQoV7lHpsF4Kg8D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VGVJIt8b.sY1G63noAMJ.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Nvx_eUF0M9sFybLKLiirO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9DHkgnyWxL1WRCYuw5t75w"/>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vC1WeT0YrfQzz.4lOzlX9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6UCmmpVY6o4noHLs15YmpA"/>
</p:tagLst>
</file>

<file path=ppt/theme/theme1.xml><?xml version="1.0" encoding="utf-8"?>
<a:theme xmlns:a="http://schemas.openxmlformats.org/drawingml/2006/main" name="UNISG PPT">
  <a:themeElements>
    <a:clrScheme name="uni stgallen Colors">
      <a:dk1>
        <a:sysClr val="windowText" lastClr="000000"/>
      </a:dk1>
      <a:lt1>
        <a:sysClr val="window" lastClr="FFFFFF"/>
      </a:lt1>
      <a:dk2>
        <a:srgbClr val="0A5F2D"/>
      </a:dk2>
      <a:lt2>
        <a:srgbClr val="FFFFFF"/>
      </a:lt2>
      <a:accent1>
        <a:srgbClr val="00802F"/>
      </a:accent1>
      <a:accent2>
        <a:srgbClr val="E1D7C3"/>
      </a:accent2>
      <a:accent3>
        <a:srgbClr val="EB6969"/>
      </a:accent3>
      <a:accent4>
        <a:srgbClr val="73A5AF"/>
      </a:accent4>
      <a:accent5>
        <a:srgbClr val="FFF04B"/>
      </a:accent5>
      <a:accent6>
        <a:srgbClr val="0A5F2D"/>
      </a:accent6>
      <a:hlink>
        <a:srgbClr val="00802F"/>
      </a:hlink>
      <a:folHlink>
        <a:srgbClr val="0A5F2D"/>
      </a:folHlink>
    </a:clrScheme>
    <a:fontScheme name="uni stgallen Fonts">
      <a:majorFont>
        <a:latin typeface="Gill Sans Nova"/>
        <a:ea typeface=""/>
        <a:cs typeface=""/>
      </a:majorFont>
      <a:minorFont>
        <a:latin typeface="Gill Sans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 - University of St.Gallen" id="{BCD37EEA-A45F-8248-8092-2553C39CD497}" vid="{CB18BB48-1A1A-1044-9DFC-E456188CB6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1870F55-7693-4BED-BB93-08298D6C04B0}">
  <we:reference id="94886107-76f9-4f92-aa81-ee726374f3e7" version="1.0.0.7"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item1.xml><?xml version="1.0" encoding="utf-8"?>
<TemplafySlideFormConfiguration><![CDATA[{"formFields":[],"formDataEntries":[]}]]></TemplafySlideFormConfiguration>
</file>

<file path=customXml/item2.xml><?xml version="1.0" encoding="utf-8"?>
<TemplafySlideFormConfiguration><![CDATA[{"formFields":[],"formDataEntries":[]}]]></TemplafySlideFormConfiguration>
</file>

<file path=customXml/item3.xml><?xml version="1.0" encoding="utf-8"?>
<TemplafyTemplateConfiguration><![CDATA[{"elementsMetadata":[{"elementConfiguration":{"binding":"{{FormatDateTime(Form.Date,Translate(\"DateFormat\"),DocumentLanguage)}}","disableUpdates":false,"type":"text"},"type":"shape","id":"2670855d-7d16-4563-ba4d-ffddf95873a4"},{"elementConfiguration":{"width":"{{UserProfile.Department.REFDepartmentLogo.WidthPNGPPTFooter}}","height":"{{UserProfile.Department.REFDepartmentLogo.HeightPNGPPTFooter}}","image":"{{UserProfile.Department.REFDepartmentLogo.ImagePNG}}","visibility":"{{IfElse(Form.FooterLogo, VisibilityType.Visible,VisibilityType.Hidden)}}","disableUpdates":false,"type":"image"},"type":"shape","id":"92085b67-4d25-4e3b-b499-21b485904de3"},{"elementConfiguration":{"binding":"{{Form.Footer}}","disableUpdates":false,"type":"text"},"type":"shape","id":"717b1a50-8044-4c4f-bcfe-bf14133eefec"},{"elementConfiguration":{"binding":"{{UserProfile.Department.DepartmentName}}","visibility":"{{IfElse(Form.FooterLogo, VisibilityType.Hidden,VisibilityType.Visible)}}","disableUpdates":false,"type":"text"},"type":"shape","id":"b8fee4cb-bf04-4c00-a543-551aae831616"},{"elementConfiguration":{"width":"{{UserProfile.Department.REFDepartmentLogo.WidthPNGPPT}}","height":"{{UserProfile.Department.REFDepartmentLogo.HeightPNGPPT}}","image":"{{UserProfile.Department.REFDepartmentLogo.ImagePNG}}","disableUpdates":false,"type":"image"},"type":"shape","id":"ed29f3a9-f196-4536-a60c-0b9b1db6abd3"},{"elementConfiguration":{"binding":"{{UserProfile.Department.DepartmentName}} \n{{UserProfile.Department.DepartmentStreet}} {{UserProfile.Department.DepartmentStreetNumber}} \n{{UserProfile.Department.DepartmentPOBox}} {{UserProfile.Department.DepartmentCity}} \n{{UserProfile.Department.DepartmentCountry}} \n{{UserProfile.Department.DepartmentWebsite}}","disableUpdates":false,"type":"text"},"type":"shape","id":"dd8c6e3a-82b3-45c7-bb9f-77a6d1f558e0"},{"elementConfiguration":{"width":"{{UserProfile.Department.REFDepartmentLogo.WidthPNGPPT}}","height":"{{UserProfile.Department.REFDepartmentLogo.HeightPNGPPT}}","image":"{{UserProfile.Department.REFDepartmentLogo.ImagePNG}}","disableUpdates":false,"type":"image"},"type":"shape","id":"60decd77-64bd-4728-8e67-94f71ea766de"},{"elementConfiguration":{"binding":"{{FormatDateTime(Form.Date,Translate(\"DateFormat\"),DocumentLanguage)}}","disableUpdates":false,"type":"text"},"type":"shape","id":"998101ba-23e1-42ef-b9b8-eabf8c3fb3a9"},{"elementConfiguration":{"width":"{{UserProfile.Department.REFDepartmentLogo.WidthPNGPPTFooter}}","height":"{{UserProfile.Department.REFDepartmentLogo.HeightPNGPPTFooter}}","image":"{{UserProfile.Department.REFDepartmentLogo.ImagePNG}}","visibility":"{{IfElse(Form.FooterLogo, VisibilityType.Visible,VisibilityType.Hidden)}}","disableUpdates":false,"type":"image"},"type":"shape","id":"4353aa10-fc26-4375-83bf-5d9e44226dd4"},{"elementConfiguration":{"binding":"{{Form.Footer}}","disableUpdates":false,"type":"text"},"type":"shape","id":"c87b8b26-9378-48c4-a634-e3835b39cec4"},{"elementConfiguration":{"binding":"{{UserProfile.Department.DepartmentName}}","visibility":"{{IfElse(Form.FooterLogo, VisibilityType.Hidden,VisibilityType.Visible)}}","disableUpdates":false,"type":"text"},"type":"shape","id":"9bed5199-5914-4637-8200-fa82f31aba43"},{"elementConfiguration":{"width":"{{UserProfile.Department.REFDepartmentLogo.WidthPNGPPT}}","height":"{{UserProfile.Department.REFDepartmentLogo.HeightPNGPPT}}","image":"{{UserProfile.Department.REFDepartmentLogo.ImagePNG}}","disableUpdates":false,"type":"image"},"type":"shape","id":"c0d1e0af-ade1-4c6e-95ad-8ab17ee08eee"},{"elementConfiguration":{"binding":"{{FormatDateTime(Form.Date,Translate(\"DateFormat\"),DocumentLanguage)}}","disableUpdates":false,"type":"text"},"type":"shape","id":"125fba88-dc92-4d42-89db-9a3c8a56a512"},{"elementConfiguration":{"width":"{{UserProfile.Department.REFDepartmentLogo.WidthPNGPPT}}","height":"{{UserProfile.Department.REFDepartmentLogo.HeightPNGPPT}}","image":"{{UserProfile.Department.REFDepartmentLogo.ImagePNG}}","disableUpdates":false,"type":"image"},"type":"shape","id":"2a706a25-2679-4b9f-80cb-a25bb906beb3"},{"elementConfiguration":{"binding":"{{FormatDateTime(Form.Date,Translate(\"DateFormat\"),DocumentLanguage)}}","disableUpdates":false,"type":"text"},"type":"shape","id":"ab6b267f-2d54-464e-9ae8-0c683c12b29d"},{"elementConfiguration":{"width":"{{UserProfile.Department.REFDepartmentLogo.WidthPNGPPTFooter}}","height":"{{UserProfile.Department.REFDepartmentLogo.HeightPNGPPTFooter}}","image":"{{UserProfile.Department.REFDepartmentLogo.ImagePNG}}","visibility":"{{IfElse(Form.FooterLogo, VisibilityType.Visible,VisibilityType.Hidden)}}","disableUpdates":false,"type":"image"},"type":"shape","id":"3f75e124-9c90-4431-ace1-b54c7dc8f72b"},{"elementConfiguration":{"binding":"{{Form.Footer}}","disableUpdates":false,"type":"text"},"type":"shape","id":"ecff1803-155c-4fd6-a766-f61c015927b4"},{"elementConfiguration":{"binding":"{{UserProfile.Department.DepartmentName}}","visibility":"{{IfElse(Form.FooterLogo, VisibilityType.Hidden,VisibilityType.Visible)}}","disableUpdates":false,"type":"text"},"type":"shape","id":"a4917e90-2a8f-4f96-bd13-cc4f9383ac84"},{"elementConfiguration":{"binding":"{{FormatDateTime(Form.Date,Translate(\"DateFormat\"),DocumentLanguage)}}","disableUpdates":false,"type":"text"},"type":"shape","id":"1de9002d-b336-4878-947a-b0133285a718"},{"elementConfiguration":{"width":"{{UserProfile.Department.REFDepartmentLogo.WidthPNGPPTFooter}}","height":"{{UserProfile.Department.REFDepartmentLogo.HeightPNGPPTFooter}}","image":"{{UserProfile.Department.REFDepartmentLogo.ImagePNG}}","visibility":"{{IfElse(Form.FooterLogo, VisibilityType.Visible,VisibilityType.Hidden)}}","disableUpdates":false,"type":"image"},"type":"shape","id":"0e4ed9f0-ae0e-4c7b-9c6a-6d6f2c75585e"},{"elementConfiguration":{"binding":"{{Form.Footer}}","disableUpdates":false,"type":"text"},"type":"shape","id":"400b3b6a-c434-4732-807e-1718a614f053"},{"elementConfiguration":{"binding":"{{UserProfile.Department.DepartmentName}}","visibility":"{{IfElse(Form.FooterLogo, VisibilityType.Hidden,VisibilityType.Visible)}}","disableUpdates":false,"type":"text"},"type":"shape","id":"8b60779a-db6f-4b6d-9dc5-f64dd6e2860d"},{"elementConfiguration":{"binding":"{{FormatDateTime(Form.Date,Translate(\"DateFormat\"),DocumentLanguage)}}","disableUpdates":false,"type":"text"},"type":"shape","id":"62fdd60b-a2b6-40ba-9246-9c1ba8b9c8d0"},{"elementConfiguration":{"binding":"{{FormatDateTime(Form.Date,Translate(\"DateFormat\"),DocumentLanguage)}}","disableUpdates":false,"type":"text"},"type":"shape","id":"d14a7a3d-8c0e-42c3-af8f-2b1159ed47d5"},{"elementConfiguration":{"binding":"{{Form.Footer}}","disableUpdates":false,"type":"text"},"type":"shape","id":"c3b84be9-0e72-4c1c-9da1-6b054c3b2ed9"},{"elementConfiguration":{"width":"{{UserProfile.Department.REFDepartmentLogo.WidthPNGPPTFooter}}","height":"{{UserProfile.Department.REFDepartmentLogo.HeightPNGPPTFooter}}","image":"{{UserProfile.Department.REFDepartmentLogo.ImagePNG}}","visibility":"{{IfElse(Form.FooterLogo, VisibilityType.Visible,VisibilityType.Hidden)}}","disableUpdates":false,"type":"image"},"type":"shape","id":"e102212e-2977-4411-922d-25ee19f9a88e"},{"elementConfiguration":{"binding":"{{UserProfile.Department.DepartmentName}}","visibility":"{{IfElse(Form.FooterLogo, VisibilityType.Hidden,VisibilityType.Visible)}}","disableUpdates":false,"type":"text"},"type":"shape","id":"66bab877-0e7b-4bec-af7a-b785cef9e42e"},{"elementConfiguration":{"binding":"{{FormatDateTime(Form.Date,Translate(\"DateFormat\"),DocumentLanguage)}}","disableUpdates":false,"type":"text"},"type":"shape","id":"8ccffac5-81b5-49a3-af34-c705273d4f11"},{"elementConfiguration":{"width":"{{UserProfile.Department.REFDepartmentLogo.WidthPNGPPTFooter}}","height":"{{UserProfile.Department.REFDepartmentLogo.HeightPNGPPTFooter}}","image":"{{UserProfile.Department.REFDepartmentLogo.ImagePNG}}","visibility":"{{IfElse(Form.FooterLogo, VisibilityType.Visible,VisibilityType.Hidden)}}","disableUpdates":false,"type":"image"},"type":"shape","id":"f0058900-6578-49db-9afd-eedb22c1bb43"},{"elementConfiguration":{"binding":"{{Form.Footer}}","disableUpdates":false,"type":"text"},"type":"shape","id":"94ef05c5-c7ec-4c0f-bc9e-e856c4f70d4b"},{"elementConfiguration":{"binding":"{{UserProfile.Department.DepartmentName}}","visibility":"{{IfElse(Form.FooterLogo, VisibilityType.Hidden,VisibilityType.Visible)}}","disableUpdates":false,"type":"text"},"type":"shape","id":"f991b9ce-7ee1-4496-9655-4d8c7e20f411"}],"transformationConfigurations":[{"language":"{{UserProfile.DocumentLanguage.Language}}","disableUpdates":false,"type":"proofingLanguage"},{"propertyName":"creator","propertyValue":"{{UserProfile.FirstName}} {{UserProfile.LastName}}","disableUpdates":false,"type":"documentProperty"},{"propertyName":"title","propertyValue":"Presentation - University of St.Gallen","disableUpdates":false,"type":"documentProperty"}],"templateName":"UNISG Präsentation","templateDescription":"","enableDocumentContentUpdater":true,"version":"2.0"}]]></TemplafyTemplateConfiguration>
</file>

<file path=customXml/item4.xml><?xml version="1.0" encoding="utf-8"?>
<TemplafyFormConfiguration><![CDATA[{"formFields":[{"required":true,"shareValue":false,"type":"datePicker","name":"Date","label":"Datum"},{"required":false,"placeholder":"","lines":1,"shareValue":false,"type":"textBox","name":"Footer","label":"Fusszeile"},{"defaultValue":{"fixedValue":true},"shareValue":false,"type":"checkBox","name":"FooterLogo","label":"mit Logo in der Fusszeile"}],"formDataEntries":[{"name":"Date","value":"OGqGEkiM+YRMxS9OykDYUw=="},{"name":"FooterLogo","value":"iTzqZGj1P6MRGUQq8ahlhA=="}]}]]></TemplafyFormConfiguration>
</file>

<file path=customXml/item5.xml><?xml version="1.0" encoding="utf-8"?>
<ct:contentTypeSchema xmlns:ct="http://schemas.microsoft.com/office/2006/metadata/contentType" xmlns:ma="http://schemas.microsoft.com/office/2006/metadata/properties/metaAttributes" ct:_="" ma:_="" ma:contentTypeName="Document" ma:contentTypeID="0x010100BD288E6155766F4FA25FC0BCC9A75E61" ma:contentTypeVersion="8" ma:contentTypeDescription="Create a new document." ma:contentTypeScope="" ma:versionID="5332e9b1a996e111de7877aa50050adc">
  <xsd:schema xmlns:xsd="http://www.w3.org/2001/XMLSchema" xmlns:xs="http://www.w3.org/2001/XMLSchema" xmlns:p="http://schemas.microsoft.com/office/2006/metadata/properties" xmlns:ns2="ef9e2d2d-96d9-49f9-8c08-f942d26e1dc6" xmlns:ns3="1c78c49c-5383-4997-b260-a7d28e509a70" targetNamespace="http://schemas.microsoft.com/office/2006/metadata/properties" ma:root="true" ma:fieldsID="35d1b71901f996bf8a5d616764ad08cf" ns2:_="" ns3:_="">
    <xsd:import namespace="ef9e2d2d-96d9-49f9-8c08-f942d26e1dc6"/>
    <xsd:import namespace="1c78c49c-5383-4997-b260-a7d28e509a70"/>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f9e2d2d-96d9-49f9-8c08-f942d26e1d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e6e639ec-35b1-4635-902a-5d5459502348"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c78c49c-5383-4997-b260-a7d28e509a70"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36e1050b-5d12-4add-b5ed-74819fe69ac8}" ma:internalName="TaxCatchAll" ma:showField="CatchAllData" ma:web="1c78c49c-5383-4997-b260-a7d28e509a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6.xml><?xml version="1.0" encoding="utf-8"?>
<TemplafySlideTemplateConfiguration><![CDATA[{"slideVersion":1,"isValidatorEnabled":false,"isLocked":false,"elementsMetadata":[{"elementConfiguration":{"width":"{{UserProfile.Department.REFDepartmentLogo.WidthPNGPPT}}","height":"{{UserProfile.Department.REFDepartmentLogo.HeightPNGPPT}}","image":"{{UserProfile.Department.REFDepartmentLogo.ImagePNG}}","disableUpdates":false,"type":"image"},"type":"shape"}],"slideId":"637750113834106457","enableDocumentContentUpdater":true,"version":"2.0"}]]></TemplafySlideTemplateConfiguration>
</file>

<file path=customXml/item7.xml><?xml version="1.0" encoding="utf-8"?>
<p:properties xmlns:p="http://schemas.microsoft.com/office/2006/metadata/properties" xmlns:xsi="http://www.w3.org/2001/XMLSchema-instance" xmlns:pc="http://schemas.microsoft.com/office/infopath/2007/PartnerControls">
  <documentManagement>
    <TaxCatchAll xmlns="1c78c49c-5383-4997-b260-a7d28e509a70" xsi:nil="true"/>
    <lcf76f155ced4ddcb4097134ff3c332f xmlns="ef9e2d2d-96d9-49f9-8c08-f942d26e1dc6">
      <Terms xmlns="http://schemas.microsoft.com/office/infopath/2007/PartnerControls"/>
    </lcf76f155ced4ddcb4097134ff3c332f>
  </documentManagement>
</p:properties>
</file>

<file path=customXml/item8.xml><?xml version="1.0" encoding="utf-8"?>
<?mso-contentType ?>
<FormTemplates xmlns="http://schemas.microsoft.com/sharepoint/v3/contenttype/forms">
  <Display>DocumentLibraryForm</Display>
  <Edit>DocumentLibraryForm</Edit>
  <New>DocumentLibraryForm</New>
</FormTemplates>
</file>

<file path=customXml/item9.xml><?xml version="1.0" encoding="utf-8"?>
<TemplafySlideTemplateConfiguration><![CDATA[{"slideVersion":1,"isValidatorEnabled":false,"isLocked":false,"elementsMetadata":[{"elementConfiguration":{"width":"{{UserProfile.Department.REFDepartmentLogo.WidthPNGPPT}}","height":"{{UserProfile.Department.REFDepartmentLogo.HeightPNGPPT}}","image":"{{UserProfile.Department.REFDepartmentLogo.ImagePNG}}","disableUpdates":false,"type":"image"},"type":"shape"}],"slideId":"637750113834106457","enableDocumentContentUpdater":true,"version":"2.0"}]]></TemplafySlideTemplateConfiguration>
</file>

<file path=customXml/itemProps1.xml><?xml version="1.0" encoding="utf-8"?>
<ds:datastoreItem xmlns:ds="http://schemas.openxmlformats.org/officeDocument/2006/customXml" ds:itemID="{A1DE4887-2FA9-49BA-B8BF-E79FB8D56958}">
  <ds:schemaRefs/>
</ds:datastoreItem>
</file>

<file path=customXml/itemProps2.xml><?xml version="1.0" encoding="utf-8"?>
<ds:datastoreItem xmlns:ds="http://schemas.openxmlformats.org/officeDocument/2006/customXml" ds:itemID="{E01E4A2C-AE79-4860-B453-C39760EE58BE}">
  <ds:schemaRefs/>
</ds:datastoreItem>
</file>

<file path=customXml/itemProps3.xml><?xml version="1.0" encoding="utf-8"?>
<ds:datastoreItem xmlns:ds="http://schemas.openxmlformats.org/officeDocument/2006/customXml" ds:itemID="{DD23DDCC-ABAF-42D1-9CB2-07E72D883C32}">
  <ds:schemaRefs/>
</ds:datastoreItem>
</file>

<file path=customXml/itemProps4.xml><?xml version="1.0" encoding="utf-8"?>
<ds:datastoreItem xmlns:ds="http://schemas.openxmlformats.org/officeDocument/2006/customXml" ds:itemID="{9BA6235D-7E1A-4B9C-ADE5-24E162A87D03}">
  <ds:schemaRefs/>
</ds:datastoreItem>
</file>

<file path=customXml/itemProps5.xml><?xml version="1.0" encoding="utf-8"?>
<ds:datastoreItem xmlns:ds="http://schemas.openxmlformats.org/officeDocument/2006/customXml" ds:itemID="{22A091D5-FEC9-490D-8D1B-3C44522553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f9e2d2d-96d9-49f9-8c08-f942d26e1dc6"/>
    <ds:schemaRef ds:uri="1c78c49c-5383-4997-b260-a7d28e509a7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6.xml><?xml version="1.0" encoding="utf-8"?>
<ds:datastoreItem xmlns:ds="http://schemas.openxmlformats.org/officeDocument/2006/customXml" ds:itemID="{941093D8-15E8-490B-9FFD-8497F1EE4BEB}">
  <ds:schemaRefs/>
</ds:datastoreItem>
</file>

<file path=customXml/itemProps7.xml><?xml version="1.0" encoding="utf-8"?>
<ds:datastoreItem xmlns:ds="http://schemas.openxmlformats.org/officeDocument/2006/customXml" ds:itemID="{6567BD5C-CC0C-4648-BED2-6CE28F06E5A9}">
  <ds:schemaRefs>
    <ds:schemaRef ds:uri="http://purl.org/dc/dcmitype/"/>
    <ds:schemaRef ds:uri="http://www.w3.org/XML/1998/namespace"/>
    <ds:schemaRef ds:uri="http://purl.org/dc/elements/1.1/"/>
    <ds:schemaRef ds:uri="http://schemas.microsoft.com/office/2006/metadata/properties"/>
    <ds:schemaRef ds:uri="http://schemas.microsoft.com/office/2006/documentManagement/types"/>
    <ds:schemaRef ds:uri="ef9e2d2d-96d9-49f9-8c08-f942d26e1dc6"/>
    <ds:schemaRef ds:uri="1c78c49c-5383-4997-b260-a7d28e509a70"/>
    <ds:schemaRef ds:uri="http://schemas.microsoft.com/office/infopath/2007/PartnerControls"/>
    <ds:schemaRef ds:uri="http://schemas.openxmlformats.org/package/2006/metadata/core-properties"/>
    <ds:schemaRef ds:uri="http://purl.org/dc/terms/"/>
  </ds:schemaRefs>
</ds:datastoreItem>
</file>

<file path=customXml/itemProps8.xml><?xml version="1.0" encoding="utf-8"?>
<ds:datastoreItem xmlns:ds="http://schemas.openxmlformats.org/officeDocument/2006/customXml" ds:itemID="{ED2A37DE-9640-4BAD-87EB-02349D3561C8}">
  <ds:schemaRefs>
    <ds:schemaRef ds:uri="http://schemas.microsoft.com/sharepoint/v3/contenttype/forms"/>
  </ds:schemaRefs>
</ds:datastoreItem>
</file>

<file path=customXml/itemProps9.xml><?xml version="1.0" encoding="utf-8"?>
<ds:datastoreItem xmlns:ds="http://schemas.openxmlformats.org/officeDocument/2006/customXml" ds:itemID="{45B06F8E-AA4D-4F38-9B8B-099300ECC694}">
  <ds:schemaRefs/>
</ds:datastoreItem>
</file>

<file path=docProps/app.xml><?xml version="1.0" encoding="utf-8"?>
<Properties xmlns="http://schemas.openxmlformats.org/officeDocument/2006/extended-properties" xmlns:vt="http://schemas.openxmlformats.org/officeDocument/2006/docPropsVTypes">
  <Template/>
  <TotalTime>0</TotalTime>
  <Words>1408</Words>
  <Application>Microsoft Macintosh PowerPoint</Application>
  <PresentationFormat>On-screen Show (16:9)</PresentationFormat>
  <Paragraphs>142</Paragraphs>
  <Slides>8</Slides>
  <Notes>5</Notes>
  <HiddenSlides>3</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8</vt:i4>
      </vt:variant>
    </vt:vector>
  </HeadingPairs>
  <TitlesOfParts>
    <vt:vector size="19" baseType="lpstr">
      <vt:lpstr>Arial</vt:lpstr>
      <vt:lpstr>Calibri</vt:lpstr>
      <vt:lpstr>Cambria</vt:lpstr>
      <vt:lpstr>Gill Alt One MT Light</vt:lpstr>
      <vt:lpstr>Gill Sans Nova</vt:lpstr>
      <vt:lpstr>Gill Sans Nova Light</vt:lpstr>
      <vt:lpstr>NimbusRomNo9L</vt:lpstr>
      <vt:lpstr>Times New Roman</vt:lpstr>
      <vt:lpstr>Trebuchet MS</vt:lpstr>
      <vt:lpstr>UNISG PPT</vt:lpstr>
      <vt:lpstr>think-cell Slide</vt:lpstr>
      <vt:lpstr>Eduatar – the legal chatbot</vt:lpstr>
      <vt:lpstr>Background &amp; project description</vt:lpstr>
      <vt:lpstr>Project Approach</vt:lpstr>
      <vt:lpstr>Project approach | Generate dataset of  Q&amp;A pairs  </vt:lpstr>
      <vt:lpstr>Project approach | Set up pipeline &amp; fine-tune</vt:lpstr>
      <vt:lpstr>Project approach | Evaluation of models  &amp; pipeline</vt:lpstr>
      <vt:lpstr>Preliminary results</vt:lpstr>
      <vt:lpstr>Current progress…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Empowering Leadership – Key for generating</dc:title>
  <dc:creator>Aydin, Kaan</dc:creator>
  <cp:lastModifiedBy>Aydin, Kaan</cp:lastModifiedBy>
  <cp:revision>2</cp:revision>
  <dcterms:created xsi:type="dcterms:W3CDTF">2023-03-12T13:13:27Z</dcterms:created>
  <dcterms:modified xsi:type="dcterms:W3CDTF">2023-05-25T13:21:35Z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0x010100BD288E6155766F4FA25FC0BCC9A75E61</vt:lpwstr>
  </property>
  <property fmtid="{D5CDD505-2E9C-101B-9397-08002B2CF9AE}" pid="3" name="TemplafyTimeStamp">
    <vt:lpwstr>2022-04-19T14:18:43</vt:lpwstr>
  </property>
  <property fmtid="{D5CDD505-2E9C-101B-9397-08002B2CF9AE}" pid="4" name="TemplafyTenantId">
    <vt:lpwstr>unisg</vt:lpwstr>
  </property>
  <property fmtid="{D5CDD505-2E9C-101B-9397-08002B2CF9AE}" pid="5" name="TemplafyTemplateId">
    <vt:lpwstr>637700762909751978</vt:lpwstr>
  </property>
  <property fmtid="{D5CDD505-2E9C-101B-9397-08002B2CF9AE}" pid="6" name="TemplafyUserProfileId">
    <vt:lpwstr>637998274589638414</vt:lpwstr>
  </property>
  <property fmtid="{D5CDD505-2E9C-101B-9397-08002B2CF9AE}" pid="7" name="TemplafyLanguageCode">
    <vt:lpwstr>en-GB</vt:lpwstr>
  </property>
  <property fmtid="{D5CDD505-2E9C-101B-9397-08002B2CF9AE}" pid="8" name="TemplafyFromBlank">
    <vt:bool>false</vt:bool>
  </property>
  <property fmtid="{D5CDD505-2E9C-101B-9397-08002B2CF9AE}" pid="9" name="MediaServiceImageTags">
    <vt:lpwstr/>
  </property>
</Properties>
</file>